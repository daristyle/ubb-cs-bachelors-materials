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9" r:id="rId4"/>
  </p:sldMasterIdLst>
  <p:notesMasterIdLst>
    <p:notesMasterId r:id="rId31"/>
  </p:notesMasterIdLst>
  <p:sldIdLst>
    <p:sldId id="273" r:id="rId5"/>
    <p:sldId id="274" r:id="rId6"/>
    <p:sldId id="275" r:id="rId7"/>
    <p:sldId id="260" r:id="rId8"/>
    <p:sldId id="258" r:id="rId9"/>
    <p:sldId id="259" r:id="rId10"/>
    <p:sldId id="261" r:id="rId11"/>
    <p:sldId id="262" r:id="rId12"/>
    <p:sldId id="264" r:id="rId13"/>
    <p:sldId id="263" r:id="rId14"/>
    <p:sldId id="282" r:id="rId15"/>
    <p:sldId id="285" r:id="rId16"/>
    <p:sldId id="290" r:id="rId17"/>
    <p:sldId id="266" r:id="rId18"/>
    <p:sldId id="279" r:id="rId19"/>
    <p:sldId id="278" r:id="rId20"/>
    <p:sldId id="289" r:id="rId21"/>
    <p:sldId id="288" r:id="rId22"/>
    <p:sldId id="267" r:id="rId23"/>
    <p:sldId id="281" r:id="rId24"/>
    <p:sldId id="269" r:id="rId25"/>
    <p:sldId id="291" r:id="rId26"/>
    <p:sldId id="270" r:id="rId27"/>
    <p:sldId id="284" r:id="rId28"/>
    <p:sldId id="283" r:id="rId29"/>
    <p:sldId id="287" r:id="rId30"/>
  </p:sldIdLst>
  <p:sldSz cx="9144000" cy="6858000" type="screen4x3"/>
  <p:notesSz cx="6858000" cy="9144000"/>
  <p:defaultTextStyle>
    <a:defPPr>
      <a:defRPr lang="ro-RO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2" d="100"/>
          <a:sy n="72" d="100"/>
        </p:scale>
        <p:origin x="1675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tableStyles" Target="tableStyles.xml"/><Relationship Id="rId8" Type="http://schemas.openxmlformats.org/officeDocument/2006/relationships/slide" Target="slides/slide4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55.81395" units="1/cm"/>
          <inkml:channelProperty channel="Y" name="resolution" value="55.95855" units="1/cm"/>
          <inkml:channelProperty channel="T" name="resolution" value="1" units="1/dev"/>
        </inkml:channelProperties>
      </inkml:inkSource>
      <inkml:timestamp xml:id="ts0" timeString="2025-11-04T13:47:10.909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10689 12277 0,'53'0'313,"0"0"-298,123 0 17,-140 0-17,-19 0 1,36 0 31,-35 0-16,-1 0 0,19 0 110,17 0-110,70 35-15,1-35-1,-89 0-15,-17 0 16,17 0 0,0 0 359,-17 0-313,-36 0 172,0 0-218,1 0 15,-18 0-15,-1 0 15,1 0-15,17 0-1,1 0 64,-36 0-64,18 0 1,17 0-1,-17 0 1,-1 0 47,19 0-32,-1 0 0,0 0 0,-52-18-15,35 18 0,-1 0-1,1 0 1,-18 0-1,18 0 1,17 0 0,1 0-1,-1 0 1,0 0 31,1 0-32,-19 0 298,1-17-297,0 17-1,17-36 1,-17 36-1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55.81395" units="1/cm"/>
          <inkml:channelProperty channel="Y" name="resolution" value="55.95855" units="1/cm"/>
          <inkml:channelProperty channel="T" name="resolution" value="1" units="1/dev"/>
        </inkml:channelProperties>
      </inkml:inkSource>
      <inkml:timestamp xml:id="ts0" timeString="2025-11-04T13:47:16.286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11165 10848 0,'18'-18'250,"17"18"-234,18 0-16,88 0 15,36 0 1,70 0 0,-36 0-1,-87-35 1,-36 0-1,-35-1-15,-18 19 16,-88 17 437,0 17-437,18 1-16,17 0 15,-70-1 1,88 1 0,-17 0 15,-1-18 16,-17 0-16,-1 0-15,1 0-1,0 0 17,17 0-1,1 0-16,-19 0 1,-17 0 0,0 0 15,-17 0-15,35 0 77,17 0-77,-17 0 0,-1 0-1,19 0 1,-1 0 62,-17 0-62,-18 0-1,18 17 1,17-17-1,0 18 1,-17-18 93,0 18 204,17-18-297,1 17-16,-1 1 15,-17-18 1,70 0 437,18 0-437,35 0-1,-17 0 1,34-18-1,-52 1 1,-35 17 0,0 0-1,17 0 282,0 0-281,-17 0-16,17 0 15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55.81395" units="1/cm"/>
          <inkml:channelProperty channel="Y" name="resolution" value="55.95855" units="1/cm"/>
          <inkml:channelProperty channel="T" name="resolution" value="1" units="1/dev"/>
        </inkml:channelProperties>
      </inkml:inkSource>
      <inkml:timestamp xml:id="ts0" timeString="2025-11-04T13:47:21.301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11395 13441 0,'17'0'235,"19"-35"-220,17 35 1,-1-18-1,-16 18 64,17-18 124,-18 18-188,0 0-15,36 0 16,-1 0 0,-34 0-1,-1 0 16,-17-17-15,-36 17 328,0 0-282,1 0-46,-72 0 0,54 0-1,0 0 16,-36 0 1,36 0 46,17 0-63,1 0 1,-36 0 0,18 0-1,-1 0 17,19 0 61,34 0 314,1 0-392,0 0-15,17 0 16,18 0-1,-18 0 1,18-36 15,0 36-15,17 0 0,-52 0-1,0 0 16,-1 0 1,1 0-1,-53 0 313,-1 0-329,-69 36 1,52-19 0,35-17 15,0 0 16,-17 18-16,17-18-15,-17 0-1,35 18 1,-35-18 109,17 0-110,-35 0 1,-35 35 15,53-35-31,53 0 344,17 0-328,35 0-1,107-35 1,17-1 0,-88 1-1,-53 17 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55.81395" units="1/cm"/>
          <inkml:channelProperty channel="Y" name="resolution" value="55.95855" units="1/cm"/>
          <inkml:channelProperty channel="T" name="resolution" value="1" units="1/dev"/>
        </inkml:channelProperties>
      </inkml:inkSource>
      <inkml:timestamp xml:id="ts0" timeString="2025-11-04T13:47:30.667"/>
    </inkml:context>
    <inkml:brush xml:id="br0">
      <inkml:brushProperty name="width" value="0.08819" units="cm"/>
      <inkml:brushProperty name="height" value="0.35278" units="cm"/>
      <inkml:brushProperty name="color" value="#92D050"/>
      <inkml:brushProperty name="tip" value="rectangle"/>
      <inkml:brushProperty name="rasterOp" value="maskPen"/>
    </inkml:brush>
  </inkml:definitions>
  <inkml:trace contextRef="#ctx0" brushRef="#br0">12277 12294 0,'0'-17'297,"105"17"-265,1 0-17,-17 0 1,-37-18-1,1 18 1,-17 0 0,-1 0-1,-17 0 17,17 0-17,0 0 16,-17 0-15,-1 0 0,1 0-1,0 0 32,17-18-31,18 1 171,0 17-140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55.81395" units="1/cm"/>
          <inkml:channelProperty channel="Y" name="resolution" value="55.95855" units="1/cm"/>
          <inkml:channelProperty channel="T" name="resolution" value="1" units="1/dev"/>
        </inkml:channelProperties>
      </inkml:inkSource>
      <inkml:timestamp xml:id="ts0" timeString="2025-11-04T13:47:32.526"/>
    </inkml:context>
    <inkml:brush xml:id="br0">
      <inkml:brushProperty name="width" value="0.08819" units="cm"/>
      <inkml:brushProperty name="height" value="0.35278" units="cm"/>
      <inkml:brushProperty name="color" value="#92D050"/>
      <inkml:brushProperty name="tip" value="rectangle"/>
      <inkml:brushProperty name="rasterOp" value="maskPen"/>
    </inkml:brush>
  </inkml:definitions>
  <inkml:trace contextRef="#ctx0" brushRef="#br0">12947 13441 0,'18'0'156,"70"-35"-124,35 17-17,-35-17 1,-35 35 31,-35 0 15,0 0-46,-1 0-16,36 0 31,0 0-15,-35 0-1,17 0 63,-17 0-62,17 0 15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55.81395" units="1/cm"/>
          <inkml:channelProperty channel="Y" name="resolution" value="55.95855" units="1/cm"/>
          <inkml:channelProperty channel="T" name="resolution" value="1" units="1/dev"/>
        </inkml:channelProperties>
      </inkml:inkSource>
      <inkml:timestamp xml:id="ts0" timeString="2025-11-04T13:47:39.490"/>
    </inkml:context>
    <inkml:brush xml:id="br0">
      <inkml:brushProperty name="width" value="0.08819" units="cm"/>
      <inkml:brushProperty name="height" value="0.35278" units="cm"/>
      <inkml:brushProperty name="color" value="#92D050"/>
      <inkml:brushProperty name="tip" value="rectangle"/>
      <inkml:brushProperty name="rasterOp" value="maskPen"/>
    </inkml:brush>
  </inkml:definitions>
  <inkml:trace contextRef="#ctx0" brushRef="#br0">14340 15540 0,'36'0'250,"17"0"-234,-36 0-16,1 0 15,0 0 1,-1 0 15,18 0-15,1 0-1,-1 0 1,0 0-16,1 0 16,105 0-1,-18-18 17,-35 18-17,-17 0 1,-1 0-1,-17 0 1,-35 0 0,0 0-1,17 0 1,0 0 0,0 0-1,1 0-15,-1 0 16,141 0-1,-70 0 1,-88 0 0,-18 18 843,-35-1-828,-18 36-15,17-17 0,1-36 46,-18 35-31,36-17-15,-19-18 171,1 0-171,17 0 0,-17 0-1,-18 0 1,0 0 0,18 0-1,17 0-15,-35-18 31,36 18 16,-1 0-31,1 0 0,-1 0-1,-17 0 1,-1 0 46,-17 0-30,-52-35-17,16 35 1,19 0-1,52 0 17,1 0-1,-19 0-15,1 0-1,0 0 1,17 0-1,0 0 17,-34 0 30,16 0 32,1 0 31,17 0 47,-35-18-141,53 0-15,-17 18 312,-19 0-234,1 0-1,0-17-15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55.81395" units="1/cm"/>
          <inkml:channelProperty channel="Y" name="resolution" value="55.95855" units="1/cm"/>
          <inkml:channelProperty channel="T" name="resolution" value="1" units="1/dev"/>
        </inkml:channelProperties>
      </inkml:inkSource>
      <inkml:timestamp xml:id="ts0" timeString="2025-11-04T13:47:47.474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9613 15540 0,'35'0'156,"36"0"-125,0 0-15,-36 0 0,18 0-1,123-35 1,-88 35 0,-17 0-1,-18 0 1,-36 0-1,1 0 64,53 0-64,-18 0 32,-1 0-31,-16 0-1,34 0 1,-34 0 0,-1 0-1,0 0 16,0 0-15,-17 0 0,0 0-1,35 0 17,0 0-17,-36 0 16,1 0-15,35 0 140,88 0-124,-124 0-17,19-18 1,-89 18 218,-71 70-203,89-70-15,17 18 15,18 0-31,-70 35 32,17-18-1,35-35 31,1 0-30,-1 0-17,-35 0 16,0 0-15,-17 0 0,17 0-1,17 0 1,-34 0 0,35 0-1,-18 0 1,17 0-1,1 0 1,-18 0 15,18 0-15,0 0 0,-18 0-1,18 0 1,-36 18-1,36-1 1,17-17 62,-17 0-31,-1 0-16,19 0-15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55.81395" units="1/cm"/>
          <inkml:channelProperty channel="Y" name="resolution" value="55.95855" units="1/cm"/>
          <inkml:channelProperty channel="T" name="resolution" value="1" units="1/dev"/>
        </inkml:channelProperties>
      </inkml:inkSource>
      <inkml:timestamp xml:id="ts0" timeString="2025-11-04T13:47:53.466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11853 15716 0,'36'0'203,"-19"0"-187,36 0 0,0 0 15,0 0-15,35 0-1,-17 0 1,-18 0-1,0 0 1,-1-17 0,-16 17-16,-19 0 15,36 0-15,18 0 16,88 17 0,-54-17-1,-34 0 1,-36 0-1,1 0 64,-1 0-64,-18 0 16,19 0-15,-1 0 0,18 0-1,0 0 1,0 0 0,-18 0 421,-35-35-359,0 17-47,0-17 16,-35 35-31,35-35 46,-18 35 63,1 0-78,-36 0 31,-71 0-62,36 17 0,0 1-1,35-18 1,-18 18 0,54-18-1,-1 35 1,-17-35-1,-1 0 1,-16 0 15,-37 0-15,36 0 0,-35 0-1,71 0 1,-1 0 15,-35 0-15,18 0 15,17 0-15,-17 0 30,17 0-30,1 0-16,-19 0 16,-17-35-1,18 35 157,-35 0-141,140 0 454,18-36-470,-35 1 17,18 17-17,-1 1 157,213-36-125,-125 18-31,-105 17-1,-18 18 1,-17-18 0,53 18 15,-18-35-16,-1 17 1,-16 18 0,-1 0-1,-17-17 17,-1 17-1,19 0 0,-19 0-15,19 0-1,-1 0 1,0 0 0,0 0 93,1 0 78,-36 17-155,17 19-1,-17-19-15,18 36-1,-18-17 16,0-19 1,0 1-1,0 17-15,-35 18 15,-1-18-16,19 1 1,-19-1 0,19-35 31,-18 0-32,-1 0 1,19 0-1,-19 0 17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55.81395" units="1/cm"/>
          <inkml:channelProperty channel="Y" name="resolution" value="55.95855" units="1/cm"/>
          <inkml:channelProperty channel="T" name="resolution" value="1" units="1/dev"/>
        </inkml:channelProperties>
      </inkml:inkSource>
      <inkml:timestamp xml:id="ts0" timeString="2025-11-04T13:50:53.997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8714 12682 0,'0'-17'31,"17"17"16,1 0-31,0 0-16,17 0 31,0 0-15,0 0-1,-17 0 1,0 0 15,-1 0 16,1 0-16,35 0-15,-18 0 46,0 0-46,-17 0 0,17 0-1,1 0 1,16 0-1,-16 0 1,-1 0 0,-17 0-16,-1 0 15,19 0 1,17 0 0,-1 0-1,1 0 1,0 0-1,-17 0 1,16 0 0,-16-18-1,-19 18 17,36 0-17,-35-18 16,-71 18 204,-18 0-220,-175 0 17,175 0-17,36 18 1,-1-18 0,1 0-1,0 0 1,0 0-1,-18 0 1,17 0 0,19 0-1,-1 0 17,-70 0-17,106 0 345,17 0-345,53 0 1,-53 0 15,-17-18-15,35 18-1,17-17 1,1-18 0,-18 35-1,17-18 1,-70 0-1,36 1 17,-107 34 343,-176 54-344,124-36-15,70-17 15,53 17 406,17-35-405,1 0-17,0 0 32,52 0-31,36 0-1,-18-35 17,-35 17-17,-17 0 1,-19 18 31,1 0-32,-1 0 1,19 0 0,-1 0 15,-17 0 125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55.81395" units="1/cm"/>
          <inkml:channelProperty channel="Y" name="resolution" value="55.95855" units="1/cm"/>
          <inkml:channelProperty channel="T" name="resolution" value="1" units="1/dev"/>
        </inkml:channelProperties>
      </inkml:inkSource>
      <inkml:timestamp xml:id="ts0" timeString="2025-11-04T13:50:58.046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10142 13758 0,'0'18'171,"18"-18"-139,17 0-17,1 0 17,-19 0-17,1 0-15,17 0 31,-17 0-15,17 0 47,0 0 15,-17 0-31,0 18-32,-1-18 16,18 0 32,1 0-47,-1 17-1,-17-17 1,-18 18 187,-18-18-156,0 0-32,-17 35 1,-18-35 0,36 0-1,-19 0 1,1 0 0,0 0-1,-1 0 32,19 0-31,-1 0-16,1 0 15,-19 0 1,1 0 15,0 0 0,-1 0 48,19 0-64,-18 0 1,17 0 93,0-17-78,1-1-15,34 18 93,19 0-77,-19 0-17,1 0 1,-1 0 15,1 0 0,0 0-15,17 0 15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55.81395" units="1/cm"/>
          <inkml:channelProperty channel="Y" name="resolution" value="55.95855" units="1/cm"/>
          <inkml:channelProperty channel="T" name="resolution" value="1" units="1/dev"/>
        </inkml:channelProperties>
      </inkml:inkSource>
      <inkml:timestamp xml:id="ts0" timeString="2025-11-04T13:51:00.767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10160 13829 0,'0'-18'125,"35"1"-109,18 17 30,-35 0 17,-1 0-32,19 0 16,-1 0 62,0 0-30,18 0-64,-35 0 16,-1 0 1,19 0-1,-54 0 438,0 0-454,-17 0 17,-18 0-17,36 0 16,-19 0-15,19 0 0,-19 0-1,1 0 17,18 0-1,-1 0-16,0 0 1,1 17 47,-1 1-32,53-18 266,1 0-266,-19 0 0,1 0-15,17 0-1,53 0 17,-52 0-17,16 0 1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55.81395" units="1/cm"/>
          <inkml:channelProperty channel="Y" name="resolution" value="55.95855" units="1/cm"/>
          <inkml:channelProperty channel="T" name="resolution" value="1" units="1/dev"/>
        </inkml:channelProperties>
      </inkml:inkSource>
      <inkml:timestamp xml:id="ts0" timeString="2025-11-04T13:51:05.671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5027 16422 0,'18'0'234,"17"0"-202,0 0-17,18 0 1,0 0 0,0-18-1,-35 18-15,17 0 16,18 0-1,-35-17 1,-1 17 0,18 0-1,1 0 17,-19 0-17,1 0 1,17 0 15,18 0-15,-18 0-1,18 0 1,36 0 15,-54 0-15,0 0-1,36 0 1,-18 0 0,-1 0-1,37 0 1,-72 0 0,1 0-1,17 0 16,18 0-15,-18 0 0,-17 0-1,0 0 1,17 0 62,0 0-62,18 0 124,-35 17-108,-1 1-17,19-1 1,-19 1-1,1 0-15,17-1 16,-35 1 93,18 17-93,-18 1 15,-18-19-15,-17 1 0,0 17-1,17-35-15,-17 18 16,17-1-1,1 1 48,-1-18-47,0 0-1,-17 18 1,17-18-1,-17 0 1,0 0 0,0 0 15,-36-18-15,53 18-1,-17-18 1,-18 18-1,-17-17 1,-1 17 0,-17-36-1,35 36 1,0-17 0,18-1-1,-71 18 16,71 0-31,-18 0 16,-53 0 0,71 0-1,-1 0 17,-17 0-1,0 0-16,1 0 1,34 0 500,0 0-407,-17 0-62,0 0-31,-1 0-1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55.81395" units="1/cm"/>
          <inkml:channelProperty channel="Y" name="resolution" value="55.95855" units="1/cm"/>
          <inkml:channelProperty channel="T" name="resolution" value="1" units="1/dev"/>
        </inkml:channelProperties>
      </inkml:inkSource>
      <inkml:timestamp xml:id="ts0" timeString="2025-11-04T13:51:14.565"/>
    </inkml:context>
    <inkml:brush xml:id="br0">
      <inkml:brushProperty name="width" value="0.08819" units="cm"/>
      <inkml:brushProperty name="height" value="0.35278" units="cm"/>
      <inkml:brushProperty name="color" value="#FFC000"/>
      <inkml:brushProperty name="tip" value="rectangle"/>
      <inkml:brushProperty name="rasterOp" value="maskPen"/>
    </inkml:brush>
  </inkml:definitions>
  <inkml:trace contextRef="#ctx0" brushRef="#br0">11130 10266 0,'18'-18'47,"-1"18"-31,1 0-1,0 0 17,17 0 15,0 0-32,-17 0 16,0 0 79,34 0-16,37 0-79,-19 0-15,107 0 16,-54 0-1,-52 0 1,-36 0 15,0 0 16,-17 0-31,-1 0-1,1 0 1,-36-35 406,1 35-406,-18 0-1,17 0 79,-17 0-63,-18 0 16,17 0-31,-52 0-1,71 0 17,-19 0-17,-17 0 1,18 0 15,0 0-15,0 0-1,-18 0 1,17 0 93,1 0-93,0 0 0,17 0-1,1 0 16,-36 0 16,0 0-31,35 0 0,0 0-1,-17 18 110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55.81395" units="1/cm"/>
          <inkml:channelProperty channel="Y" name="resolution" value="55.95855" units="1/cm"/>
          <inkml:channelProperty channel="T" name="resolution" value="1" units="1/dev"/>
        </inkml:channelProperties>
      </inkml:inkSource>
      <inkml:timestamp xml:id="ts0" timeString="2025-11-04T13:51:16.439"/>
    </inkml:context>
    <inkml:brush xml:id="br0">
      <inkml:brushProperty name="width" value="0.08819" units="cm"/>
      <inkml:brushProperty name="height" value="0.35278" units="cm"/>
      <inkml:brushProperty name="color" value="#FFC000"/>
      <inkml:brushProperty name="tip" value="rectangle"/>
      <inkml:brushProperty name="rasterOp" value="maskPen"/>
    </inkml:brush>
  </inkml:definitions>
  <inkml:trace contextRef="#ctx0" brushRef="#br0">12559 11448 0,'0'-18'157,"53"18"-126,123-18-15,-123 1-1,-18 17 16,1 0-15,-1 0 0,18 0-1,-18 0 1,36 0 15,-54 0-31,19 0 16,-1 0-1,0 0 1,0 0 0,-17 0-1,17 0 1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55.81395" units="1/cm"/>
          <inkml:channelProperty channel="Y" name="resolution" value="55.95855" units="1/cm"/>
          <inkml:channelProperty channel="T" name="resolution" value="1" units="1/dev"/>
        </inkml:channelProperties>
      </inkml:inkSource>
      <inkml:timestamp xml:id="ts0" timeString="2025-11-04T13:51:20.529"/>
    </inkml:context>
    <inkml:brush xml:id="br0">
      <inkml:brushProperty name="width" value="0.08819" units="cm"/>
      <inkml:brushProperty name="height" value="0.35278" units="cm"/>
      <inkml:brushProperty name="color" value="#FFC000"/>
      <inkml:brushProperty name="tip" value="rectangle"/>
      <inkml:brushProperty name="rasterOp" value="maskPen"/>
    </inkml:brush>
  </inkml:definitions>
  <inkml:trace contextRef="#ctx0" brushRef="#br0">9084 16545 0,'18'0'343,"17"0"-327,0 0-16,-17 0 16,70 0-1,-70 0 1,17 0-1,18 0 1,-18 0 0,18-17-1,18-54 1,-36 53 0,0 18-1,-17 0 1,35 0-1,-18-17 1,-17 17 0,-1 0-1,1 0 1,0 0 0,34 0 15,-16 0-16,-1 0 1,0 0 0,18 0-1,-17 0 1,-1 0 0,0 0-1,-17 0-15,17 0 16,0 0 15,1 0-15,-1 0-1,18 0 1,-18 0 0,0 0 15,1 0 0,-19 0-15,1 0 15,-1 0 0,19 0 0,-1 0 282,-17 0-282,-1 0 0,1 0 48,-36 0 46,-105 0-94,70 17-16,18 1 1,-1-18 15,1 0 1,17 0-1,1 0 0,-1 0-15,-17 0-1,0 0 1,-1 0 0,-17 0 15,18 0-16,0 0 1,-18 0 0,-35 0-1,17 0 1,18 0-16,36 0 16,-19 0-16,36-18 15,-35 1 16,17 17 1,1 17-17,-18-17 17,17 0-17,-17 0 1,-18 0 15,17 18-31,19-18 0,-1 0 16,-17 0-16,0 0 31,17 0-15,0 0 15,-17 0 0,-18 0-15,-17 0 15,52 0-15,0 0-1,1 0 32,-19-18 297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55.81395" units="1/cm"/>
          <inkml:channelProperty channel="Y" name="resolution" value="55.95855" units="1/cm"/>
          <inkml:channelProperty channel="T" name="resolution" value="1" units="1/dev"/>
        </inkml:channelProperties>
      </inkml:inkSource>
      <inkml:timestamp xml:id="ts0" timeString="2025-11-04T13:51:35.68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11377 12294 0,'0'18'156,"-106"0"-124,53-18-1,0 0 0,36 0 0,-19 0-15,1 0 15,0 0-15,0 0 0,17 17-1,0 1 16,-17-18-15,0 17 15,17-17 1,18 18-1,-17 17 0,-19 18 0,36-35-15,0 0 0,0-1 15,0 1-16,0 17 1,0 0 31,0 1-31,0-19-1,0 1 1,0 0-1,0 17 17,0 0-17,0-17 1,36 17 0,-36-17 15,17 35 47,18-53 0,1 0 47,34 0-94,-17 0-15,18 17 0,-1 1-16,1 0 15,-18-18 16,-36 35-15,19-35 31,-19 0 0,1 0 47,35 0-79,-18-18 16,0-17-15,18 17 0,-35 1-1,-18-19 1,18 1 31,-1-18-16,1 53-15,-18-35 15,0 0 0,0-1 0,0 1-15,0 17 0,0 1-1,0-1-15,0 1 16,0-1 0,0-17-1,0-1 1,0 1 31,-18-18-32,1 35 17,17 1-17,0-18 1,0 17 15,-18 0-15,0 1 15,1 17 78,-1 0-77,0 0-1,-17 0-16,-18 0 1,18 17 0,0-17-1,-18 0 1,18 18 0,17 0 15</inkml:trace>
  <inkml:trace contextRef="#ctx0" brushRef="#br0" timeOffset="3506.86">12065 9066 0,'0'-35'47,"-35"35"-16,35-18 0,-36 18-15,1 0-1,0-17 1,0 17 0,17-18-1,0 18 1,-17 0-1,0-17 1,-1-1 0,19 18-16,-1 0 15,1 0 1,-19 0 15,1 0 16,0 0-16,17 0-15,-17 0 0,17 0 15,1 0 0,-19 0-15,19 0 46,-19 0-46,1 35-1,-18-17 17,36 17-17,-1-17 32,0-1-31,1 1-1,17 0 1,0 17 15,-18 0-15,0-17 0,18-1-1,0 1 1,0 0-1,0-1 1,0 19 15,0-1 16,18 0-16,17-17-15,-35 17 15,36-17 32,-1-18-16,0 0 0,0 17-16,1-17 0,17 0 0,52 0-15,-69 0 0,-19 0-16,54-17 15,-54 17 16,19 0-15,-19 0 0,19 0 15,-1 0 94,0-18-109,-17 1-1,0-1 16,52-35-15,-17 0 15,-35 18-15,-1 17-16,19-35 31,-19 53-15,-17-17-1,18-19 1,-18 1 0,0 17-1,0 1 1,17-19 0,-17 1 15,0 0 47,0 17-62,-17 18-1,-1-17 1,1 17 15,-1 0-15,0 0 31,-35 0-32,0 17 1,18 1-1,35 0-15,-53-1 32</inkml:trace>
  <inkml:trace contextRef="#ctx0" brushRef="#br0" timeOffset="9356.11">7302 16245 0,'-35'0'156,"-35"0"-140,17 0-1,17 0 17,1 18-17,0-18 126,17 0-110,-17 18 32,17-1-32,1 1-15,-1-18-1,18 18 1,-18-1 31,18 1 78,-35 35-94,18-18-15,17 0 46,-18 18-31,18-35 16,0 0-31,0-1 15,0 18 16,0-17-31,18 0-1,-1-18 63,1 17-46,-1-17-1,1 18-16,0-18 48,17 0-16,-17 0-47,17 18 15,0-1 17,36 1-17,-36-18 1,0 0 0,18 0-1,-18 0 16,1 0-15,-19 0 0,19 0-1,-19 0 1,36 0 0,-17 0-1,-19 0-15,36 0 31,-35 0-15,17 0 0,-17 0-1,-1 0 1,1 0 0,0 0-1,-1 0 1,18 0 15,1 0-15,-19 0 15,19 0-15,-19 0-1,36 0 1,-18 0-1,1 0 1,-1 0 0,0 0-1,-17 0 1,17 0 0,1 0 15,-19 0-16,1 0 1,-1 0 0,1 0-1,35 0 17,-18 0-17,-17-18 1,35 1-1,-36 17 17,1-36-1,-18 19-15,0-1-1,0-17 1,0 0 31,0-1-32,0 19 1,0-1 0,0 0-1,0-17 1,0 0-1,0 0 32,0 17-31,0 0 0,0-17-1,0 17 1,0-17-1,-18 35 17,1-18 93,-18-17-110,17 35 48,-35 0-48,18 0 1,-1 0 15,19 0-15,-18 0 0,-1 0-1,1 0 1,17 0-1,-17 0 1,17 0 15,1 0-15,-1 0 0,-35 0-1,0 0 32,36 0-31,-1 0-1,0 0 1,1 0 0,-19 0-1,1 0 48,18 0-32,-1 0-15,-35-18-1,18 18 1,-1 0-1,1 0 1,0 0 15,17 0-15,1 0 93,-1 0-77,-17 0-1,-18 0 0,17 0-15,1 0-1,-18 0 1,0 18 46,36-18-46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55.81395" units="1/cm"/>
          <inkml:channelProperty channel="Y" name="resolution" value="55.95855" units="1/cm"/>
          <inkml:channelProperty channel="T" name="resolution" value="1" units="1/dev"/>
        </inkml:channelProperties>
      </inkml:inkSource>
      <inkml:timestamp xml:id="ts0" timeString="2025-11-04T13:52:51.87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21308 13600 0,'-18'0'94,"-17"0"-78,0 0-1,-1 0 17,19 0-1,-1 0-31,0 0 16,1 0-1,-1-18-15,0 18 16,1 0-1,-18 0 1,-1 0 62,19 0-31,-1 0-16,0 0-15,-17-18 0,0 18-1,0 0 79,17 0-16,0 0-31,1 0 0,-1 0 62,-35 0-78,18 0-15,0 0 0,17 0-1,-17 0 1,-1 0 0,1 0 15,17 18-16,-17-18-15,17 18 47,1-18 16,-18 0-48,17 17 1,-17-17 15,35 35-15,-36-17 0,19-18-1,17 18 1,-71 52-1,71-34 32,0-1-31,0-17 0,0-1-1,0 1 1,18-1 15,-18 1-15,17 17-1,36-17 17,-53 0-1,18-1-16,17 1 17,1 0 30,-1-1 1,0 1-32,-17 17-15,17-35-1,-17 18 1,-1-18 15,19 0-31,17 0 31,-18 0-15,0 0-16,18 0 16,18 0-1,-19-18 16,-16 18-15,17-53 15,-18 53 1,0 0-1,18 0-16,-35-35-15,-1 35 16,19 0 15,-1 0 47,0-18-62,-17 1 15,-18-19 47,17 1-62,1 17 0,-18-17-1,0 18 1,0-1 0,0 0-1,0-17 16,0 0-15,0-1 31,0 1 62,0 17-93,0 1 15,-18-18 0,1 17 16</inkml:trace>
  <inkml:trace contextRef="#ctx0" brushRef="#br0" timeOffset="3611.97">21202 16122 0,'-18'0'266,"-17"0"-251,-18 35 1,18-35 15,0 0 16,17 0-31,0 0-1,1 0 1,-1 0 46,0 0-30,-17 0 15,0 0 15,17 0-46,-17 0-1,0 0 63,-1 0 94,1 53-140,17-18-1,18 1 0,18-1-15,-18-17 31,35-18-16,1 17-16,-1 36 48,0-53-16,-17 18-32,-18-1 1,35-17 0,-17 0 31,-18 18-16,17 0 0,1-1-15,0-17 15,17 36 0,18-19 16,-36-17 109,1 0-140,17 0 0,-35-17-1,36-1 1,-19 0-1,19-35 1,-1 36 0,-18-1-1,1 1 1,0-1 0,-18 0-1,17-17 1,-17 0 31,0 17-32</inkml:trace>
  <inkml:trace contextRef="#ctx0" brushRef="#br0" timeOffset="5632.22">21378 16298 0,'-17'0'63,"-1"0"-32,-17 0 31,17-17-46,-17-1 0,17-17-1,1 35 1,17-18-1,-18 0 32,0 1-31,18-1 15,0 1 79</inkml:trace>
  <inkml:trace contextRef="#ctx0" brushRef="#br0" timeOffset="12380.35">14358 9066 0,'0'36'282,"0"17"-251,-18-53-16,18 35 1,0 0 62,-35 18-62,35-18 31,0-17-32,0 0 1,0-1 0,0 19 15,0-1-16,35-18 1,-35 1 0,18 0-1,0-18 32,17 35-31,-17-17-1,-1 17 1,1-17 0,-18 17 15,35-18 0,-35 1 0,35-18 16,1 18-31,-1-18 46,18 0-46,0 0 0,53-18-1,-36-35 1,-17 36 0,-18-19-1,-35 19 1,18-19-1,-18-17 17,0 36-17,0-1 1,0-17 0,0 0-1,0-1 1,0 1-1,0 17 17,0 1-17,-18-1 1,18-17 15,-17 35-15,17-35 46,-53-1-46,53 19 0,-53-1 15,0 0 47,53-17-62,-18 35 15,1 0 188,-1 0-141,0 0-63,-17 0 17,0 0-1,17 0-16,-17 0 1,0 0 15,-1 0 63</inkml:trace>
  <inkml:trace contextRef="#ctx0" brushRef="#br0" timeOffset="13012.57">14411 9031 0,'-35'0'94,"17"0"-79,0 0 1,1 0 0,-1 18 312,18-1-297</inkml:trace>
  <inkml:trace contextRef="#ctx0" brushRef="#br0" timeOffset="16377.36">13688 10566 0,'0'-18'203,"-53"18"-188,-18 0 1,54 18 0,-19-18-1,1 17 63,17-17-46,-17 0-17,18 18 1,17 0 0,-36-18 249,19 0-249,17 17-16,-18 1 15,-17 35 17,35-36 30,0 1-46,-18 0-1,0-1 1,1 19 31,17-1 0,0-17-32,0 34 48,0-34-32,17 17-15,1 18 15,17-35-15,1-18 15,-19 18 0,36-1 32,-35 1-48,17-18 1,0 0 0,-17 0-16,0 0 15,52 0 1,-35 0-1,1 0 1,-1 35 0,-17-35-1,17 0 17,-17 0-17,17 0 1,-17 0-1,-1 0 17,1 0-17,-1 0-15,19 0 16,-1 0 0,0 18-1,-17-18 1,35 0-1,-18 0 17,-17 0-17,17 0 1,-17 0 0,17 0-16,-35-18 31,0 0 31,-18-17-30,1 35-17,17-17 1,-36-36-1,19-18 1,-19 53 0,36-17-16,-17 35 15,-1-35-15,18 17 16,-35-35 0,35 18-1,-35 0 1,35 17 15,-18-17 32,0-18-1,1 35-31,-1 1-15,0 17 0,-34-18 15,16 18-16,19 0 1,-19 0 0,19 0-1,-19 0 32</inkml:trace>
  <inkml:trace contextRef="#ctx0" brushRef="#br0" timeOffset="21632.43">15452 16104 0,'-36'0'188,"-140"0"-141,141 0-32,17 0 17,0 0-17,1 0 32,-18 0 78,-18 0-62,35 36-1,18-1-31,-18-35-15,-17 53 0,35-36-1,0 19 17,0-19-1,0 1-16,0 0 1,0-1 15,0 36-15,18-53 31,-1 35-32,1-35 17,0 53-17,17-53 63,-17 71-46,-1-18 46,1-53-63,-1 0 1,1 17 15,53-17-15,-36 0 0,0 0-1,0 0 1,-17 0-1,17 0 1,36 0 0,17-35-1,-35 35 1,-35 0 0,17-17-1,-17-19 1,-18 1 15,0 17-15,0 1 15,0-36 0,-18 18-15,18-1-1,0 1 1,0 0 15,0-1-15,-18 1 0,18-18-1,-17 36 1,17-19-16,-18 36 31,0-17 0,1 17-15,-1-18 0,0 18-1,-17-18 1,18 18 31,-1 0-16,-17 0-15,-18 0-1,35 0-15,-17 0 16,0 36-1,35-19 1,-18-17 0,-17 18-1</inkml:trace>
  <inkml:trace contextRef="#ctx0" brushRef="#br0" timeOffset="26250.62">15610 13635 0,'0'-18'31,"0"1"234,-53 17-249,36 0 15,-36 0-15,18 0 0,-1 0 46,-17 0-46,36 0-1,-36 0 1,18 0 46,-18 0-30,35 0 46,0 0-16,1 0 48,-36 0-48,18 0 94,17 0-77,0 17-48,1 1-16,-19-18 64,1 0-1,-18 17-16,0 36-31,-17-35 1,34 17-17,19-17 1,17 17 15,0 36 32,0-18-16,0-36-32,35 36 1,0 0-1,1-35-15,-36-1 32,53 54-1,-36-53 0,-17 17 0,53-17-15,0-1 15,-35-17-15,-1 0-16,1 0 16,35 0-1,-18 0 1,-17 0-1,17 0 1,36 0 0,17-53-1,0 18 17,-35 0-17,-35 35 1,17-18-1,-18 0 1,19 1 15,-19 17 47,1 0-15,17-18-32,1 18 0,-1-53-15,-35 36 15,0-19 32,0 1-16,0 0-16,-18 17-15,1-17-1,-1 35 1,0-18-1,18 1 32,0-19 0,-17 19-31,-1-1 78,18 0-48,-18-17-30,1 17 15</inkml:trace>
  <inkml:trace contextRef="#ctx0" brushRef="#br0" timeOffset="32963.14">2469 11483 0,'0'-35'156,"-17"35"-125,-1 0 1,-35 53-17,36-36 16,-1 1-15,0-1 0,18 1-1,0 17 1,0 1 0,0-19-1,0 19 1,0-19-1,0 1 1,0 17 0,0 0 15,0-17-15,18 17-1,0-17 16,-1-18-31,-17 18 16,18 17-16,17 0 31,-17-17-15,17 17 0,-35-17-1,53-1 1,-35-17-1,17 0 1,18 0 0,-18 0-1,18 0 1,-18 0 0,-17 0-16,52-17 15,-34-19 16,-36 19 126,0-36-142,0 0 32,0-18-31,0 36-1,0 0 1,-36 17 15,36-35-15,0 36 0,-17-19-1,-1 19-15,18-1 16,-17 18-1,-1-18 1,0 1 0,18-18-1,-17 17 1,-1 18 0,0-35-1,1-1 16,-1 19-15,0 17 0,-17 0 15,18-18-31,-54 18 31,36 0-15,-1 0 15,19 0-15</inkml:trace>
  <inkml:trace contextRef="#ctx0" brushRef="#br0" timeOffset="37522.11">2064 13000 0,'-36'0'188,"-52"17"-157,53-17-15,-53 18-1,35 0 1,35-18-1,1 0 1,-1 0 31,0 0-31,1 0 15,-1 0 31,-17 0-30,0 0 14,17 0-30,0 17 0,1 1-1,-1-18 32,-35 0-31,53 18-1,-35-18 17,17 0-17,18 17 17,-18 1-1,-17 0 16,18-18-32,-1 17 1,0 1 0,1 0 15,-1-1-16,18 1-15,-18 17 32,1-17-17,17-1-15,0 1 16,0 0 0,0-1 15,0 1 0,0 0-15,0 17-1,0 0 17,0-17-17,0-1-15,0 1 16,0 0-1,0-1-15,0 19 16,0-1 0,0 0-1,0-17 1,53-1 0,-36 19-1,1-1 1,0-17 15,-1-18 47,18 0-62,-17 0-1,0 0 1,17 0 0,18 0-1,-18 0 1,36 0 15,35 0-15,-53 0-1,-36-18-15,1 0 32,17 18 30,0 0 16,-17 0-46,0 0-17,-1 0 32,19 0-31,-1 0-1,18 0 17,-53-17-17,35 17 16,0-18-15,1 0 15,-19 1 1,-17-1-1,53-17-16,-35 35 1,-1 0 0,1-35-1,-18 17 1,0 0-16,0-17 31,35 17-15,-35-17 15,0 17-15,0-34-1,0 16 1,-35 19 0,35-36-1,0 35 1,0-17-1,-35-18 1,35 35 0,0 1-1,0-1 17,-18 0 30,0 1-46,1-1-1,-1 18 17,-17-35-1,17 35 47,1 0 94,-19-36-157,1 36 17,17-17 15,1 17 31,-18-35-47</inkml:trace>
  <inkml:trace contextRef="#ctx0" brushRef="#br0" timeOffset="47133.01">3810 10054 0,'-35'0'156,"-1"0"-141,-34 18 17,17-18-17,18 17 95,-1 1-95,19 0 1,-1-18 0,0 17-1,18 19 1923,0 17-1907,0-1-15,0-16-1,0-19 1,0 1-1,0 0 17,0-1-17,0 1 1,0 17 0,-35-17-1,35-1 1,0 19-1,0-19 1,0 1 15,0 0-15,0 17 0,0 0 15,0 1-16,0-1 1,0-18 15,18 19-15,-1-19 31,-17 19 0,18-19-16,-18 1 16,0 17 0,35-35 140,-17 0-109,0 0-62,17 0 0,18 0 15,-18 0-16,0 0 1,1 0 0,17 0-1,-18 0 1,0 0 0,0 0 15,54 0-16,-19 0 17,89 0-17,-88 0 1,-36 0 0,-18 0-1,1 0 1,0 0-1,17 0 1,18 0 0,35 0-1,-35 0 1,18 0 0,17-17-1,-35-1 1,17 0-1,-34 1 32,-36-1 156,0-53-171,-18 54-17,18-71 1,-18 35 0,18 0-1,-35 35 1,35-35-1,0 36 1,-18-19 0,1 19-1,17-19 1,-18 19 0,0-54-1,-17 54 16,17-1 1,18 0-17,-35-35 17,18 53-1,-1-17-16,18-1 1,-18 18 297,-52 0-282,17 0-16,-53 0 1,71 0 0,-1 0-1,19 0 95,-18 0-95,17 0 1,-17 0 0,-1 0 30,19 0-30,-1 0 0,-17 0-1,17 0 1,-17 0 0,0 0 62,-1 0 0,1 0-63,17 0-15,1 0 32,-36 0-17,18 0 17,-1 0-17,19 0 1,-1 0-1,0 0 32,-17 18-15,35-1-1</inkml:trace>
  <inkml:trace contextRef="#ctx0" brushRef="#br0" timeOffset="52723.34">2981 16051 0,'-18'0'250,"18"71"-219,0-36-15,0 18-1,0-35-15,0-1 16,18 1-16,-18 0 31,18 17-15,-18 0 15,0-17-15,0 0-1,0-1 1,0 1 0,0-1-1,0 19 1,0-1 46,0 0-30,0-17 139,0 0-139,35-18-1,0 17-15,-35 1 109,35-1-94,1-17 313,34 0-329,36 0 1,18 0-1,-19-35 1,1 35 0,-18-17-1,-35-1 1,18 0 31,-71 1-32,35 17 17,0 0-17,1 0 32,-19 0-31,1 0-1,0 0 1,-1 0 15,1-18-15,-18 0 46,0 1-30,0-1-17,0 0 17,0-34-17,0 16 1,0 1-1,0-18 1,0 0 0,0 18-1,0-18-15,0-35 16,0 52 0,0 1-1,0 0 16,0 17-15,0-17 31,-18 0-31,18-1 15,-17 19-16,-1-1-15,-17 18 219,-177 53-188,159-18 1,36 1-17,-19-19 17,1-17-1,-18 18 0,18-18 0,-18 18-15,18-18 15,-18 35-15,17-35-1,19 17 17,-19-17 30,1 0-46,18 0 15,-1 0-15,0 0 77,1 0-77,-19 0 0,1 0-1,17 0 1,1 0 0</inkml:trace>
  <inkml:trace contextRef="#ctx0" brushRef="#br0" timeOffset="62555.5">7814 16051 0,'0'-17'62,"18"17"-15,-1 17-16,-17 19 1,36-1-17,-36 35 1,0-34 15,0-19-15,0 19 15,17-1-15,-17 0 77,18 1-77,-18-19 0,0 1-1,0-1-15,0 1 16,0 35-1,0-18 1,0 1 0,0-19-1,0 1 17,0-1 14,0 1 173,53-36 125,17 1-328,-34 17-1,17-18 1,-18 18-16,-35-17 15,53 17 1,0-18-16,-18 0 16,35 1-1,-34 17 32,-1 0-31,-17 0 15,17 0-15,0 0 15,-17-18-15,17 18 46,-17 0 63,-1-18-62,-17-17 30,0 0-61,-17 35-17,17-35 1,-18 17 15,18 0-31,-18 1 16,18-19-1,0 1 1,-17 0 0,-1-36-1,1 18 1,-1-17-1,0 34 1,18 1 0,-17-18-1,-1 53-15,18-17 32,-18-1-17,1 18 79,-1-18 15,-35 54-93,0-19 0,0 19-1,18-19 1,17 1-1,-34-1 1,34-17 0,18 18-1,-35-18 17,17 18-1,0-1-16,-17-17 17,-18 0-17,-17 0 1,34 18 15,19 0 32,-1-18-32,-35 0 16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55.81395" units="1/cm"/>
          <inkml:channelProperty channel="Y" name="resolution" value="55.95855" units="1/cm"/>
          <inkml:channelProperty channel="T" name="resolution" value="1" units="1/dev"/>
        </inkml:channelProperties>
      </inkml:inkSource>
      <inkml:timestamp xml:id="ts0" timeString="2025-11-04T13:55:17.867"/>
    </inkml:context>
    <inkml:brush xml:id="br0">
      <inkml:brushProperty name="width" value="0.08819" units="cm"/>
      <inkml:brushProperty name="height" value="0.35278" units="cm"/>
      <inkml:brushProperty name="color" value="#FFC000"/>
      <inkml:brushProperty name="tip" value="rectangle"/>
      <inkml:brushProperty name="rasterOp" value="maskPen"/>
    </inkml:brush>
  </inkml:definitions>
  <inkml:trace contextRef="#ctx0" brushRef="#br0">14764 14905 0,'35'0'281,"0"0"-250,1 0-15,-19 0 15,18 0 1,-17 0 14,0 0-30,17 0 15,0 0-15,-17 0 0,0 0-1,17 0 1,18 0-1,-18 0 1,-17 0 0,17 0-1,0 0 17,53 0-17,-52 0 1,-19 0-1,1 0-15,53 0 32,-19 0-17,1 0 1,18 0 0,-18 0-1,-18 0 1,0 0-1,1 0 1,17 0 0,17 0 15,-17-18-15,-35 1-16,52-1 15,1 18 16,-1 0-31,1-18 16,-36 1 0,1 17-1,-1-18 17,0 0-17,0 18 16,-35-17 188,-53 17-188,-70-18-15,35 18 15,52 0-15,-16 0 0,16 0-1,19 0 1,-36 0-1,17 0 1,1 0 0,0 0-1,-18 0 17,18 0-1,-1 0-16,-16 0 1,16 0 0,1 0-1,0 0 17,-1 0-17,19 0 1,-19 0-1,-16 0 1,34 0-16,-17 0 16,-18 0-1,17 0 1,-16 0 46,16-18-30,1 18-17,0-17 17,17-1-32,-17 18 15,17 0 1,1 0 31,-19 0 15,1 0-15,17 0-31,1 0 46,-36 0-31,17 0-15,1 0 531,18 0-531,-1 0 30,0 0 267,1 0-297,-1 0-1,0 0 1,1 0-1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55.81395" units="1/cm"/>
          <inkml:channelProperty channel="Y" name="resolution" value="55.95855" units="1/cm"/>
          <inkml:channelProperty channel="T" name="resolution" value="1" units="1/dev"/>
        </inkml:channelProperties>
      </inkml:inkSource>
      <inkml:timestamp xml:id="ts0" timeString="2025-11-04T13:55:23.166"/>
    </inkml:context>
    <inkml:brush xml:id="br0">
      <inkml:brushProperty name="width" value="0.08819" units="cm"/>
      <inkml:brushProperty name="height" value="0.35278" units="cm"/>
      <inkml:brushProperty name="color" value="#FFC000"/>
      <inkml:brushProperty name="tip" value="rectangle"/>
      <inkml:brushProperty name="rasterOp" value="maskPen"/>
    </inkml:brush>
  </inkml:definitions>
  <inkml:trace contextRef="#ctx0" brushRef="#br0">12488 8114 0,'53'-18'281,"0"18"-265,18 0-16,87-17 15,19 17 1,-124 0-16,0 0 16,53 0-1,-89 0 1,18 0 15,54 0 0,-54 0-15,0 0 0,18 0-1,-18 0 1,18 0-1,-17 0 1,-1 0 0,-18 0-16,1 0 15,70 0 1,-52 0 0,-1 0-1,-17 0 1,-1 0-1,36 0 1,-18 0 0,-17 0 15,17 0 0,-17 0-15,0 0-1,17 0 1,0 0 15,0 0-15,-17 0 15,0 0-15,-1 0 15,19 0-15,-1 53 327,-35-36-311,-35 36-1,17-35 16,-17-1-16,17 1-15,0-18 15,-17 0-15,0 0 15,17 0-16,1 0-15,-1 0 32,-53 0-1,36 0 0,0 0-15,17 0-1,-17-18 1,0 18 15,-1 0 1,1-17-17,0 17-15,17 0 16,-17 0-1,17 0-15,-17 0 16,0 0 0,-1 0-1,-17 0 1,-52 0 31,69 0-16,1 17 16,0-17-31,0 0-1,-1 0 1,19 0-1,-1 18 1,-17-18 0,-18 18-1,0-1 1,35-17 15,-17 0-31,-36 0 16,36 0 15,35 18-31,-18 0 16,1-18 15,-18 17 47,17-17-47,0 0-31,-35 0 16,18 0 109,17 0-94,-17 0-15,18 0 15,-36-17 188,53-1-172,0 0 109,-18-17-140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55.81395" units="1/cm"/>
          <inkml:channelProperty channel="Y" name="resolution" value="55.95855" units="1/cm"/>
          <inkml:channelProperty channel="T" name="resolution" value="1" units="1/dev"/>
        </inkml:channelProperties>
      </inkml:inkSource>
      <inkml:timestamp xml:id="ts0" timeString="2025-11-04T13:55:35.872"/>
    </inkml:context>
    <inkml:brush xml:id="br0">
      <inkml:brushProperty name="width" value="0.08819" units="cm"/>
      <inkml:brushProperty name="height" value="0.35278" units="cm"/>
      <inkml:brushProperty name="color" value="#92D050"/>
      <inkml:brushProperty name="tip" value="rectangle"/>
      <inkml:brushProperty name="rasterOp" value="maskPen"/>
    </inkml:brush>
  </inkml:definitions>
  <inkml:trace contextRef="#ctx0" brushRef="#br0">12718 9631 0,'17'17'172,"1"-17"-140,17 0-17,0 0 1,1 0 15,-1 0-15,0 0-1,36 0 1,-18 0 0,35 0-1,-35 0-15,-18 0 16,106 0-1,-53 0 1,-17 0 0,-36 0-1,18 0 1,0 0 0,-18 0-1,1 0 1,-1 0-1,18 0 1,0 0 15,-36 0-31,19 0 16,17 0 0,-18 0-16,0 0 31,0 0-16,1 0 1,17 0 0,-18 0-1,-17 0 1,34-17 0,-34 17-1,17 0 1,-17 0-1,0 0 64,-1 0 46,-52 70-94,17-52-31,-17 17 15,17-17 1,1-18 0,-1 18 31,-17-18-32,17 0 1,-17 17-1,17-17 1,-17 0 15,0 0-15,0 0 15,-54-17 0,72-1-15,-36 18 0,0-35-1,-18 17 1,36 18 0,35-18-1,-71 18 16,54 0-31,-18 0 16,-1 0 0,1 0-1,17 0 1,1 0 0,-19 0-1,19 0 1,-18 0-1,-1 0 1,-17 0 0,36 0-16,-1 0 31,-17 18-15,0-18-1,-1 0 16,1 0-15,-18 18 0,0-18-1,18 17 1,0-17 0,35 18-1,-36-18 16,1 18 1,17-18-1,1 0 610,-1 0-595,-17 0 111,70 0 327,71 0-453,-53 0-15,0 0 0,0-18-1,17 0 1,-17 18-1,-18 0 17,1 0-17,-1 0 1,-17 0 0,-1 0-1,1 0 16,0 0-15,-1 0 15,18 0-15,1 0 0,-1 0-1,0 0 1,1 0-1,16 0 17,-16 0-17,-1 0 1,0 0 0,-17 0-16,17 0 15,18 0 1,-18 0-1,1 0 1,-19 0 0,1 0-1,17 0 1,1 0 0,-19 0 15,1 0-16,-1 0 32,1 0 16,0 0-1,17 0-30,18 0 61,-88 36 95,17-19-173,-53-17 1,54 0 0,-18 0-1,17 18 1,-17-18 15,17 0-15,0 0-16,1 0 15,-1 0 1,-17 0 0,-18 0-1,35 0 1,-17 0 0,17 0 15,-17 0-16,-18 0 32,0 0-31,0 17 0,0 1 30,18 0-30,-18-1 0,18-17-1,0 0 1,-1 0 15,1 0 0,-18 0-15,-17 0 0,34 0 62,19 0-47,-1 0-15,0 0-1,1 0 17,-36 0-17,0 0 1,18-17-1,-1 17 1,19-18 15,-19 18 16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55.81395" units="1/cm"/>
          <inkml:channelProperty channel="Y" name="resolution" value="55.95855" units="1/cm"/>
          <inkml:channelProperty channel="T" name="resolution" value="1" units="1/dev"/>
        </inkml:channelProperties>
      </inkml:inkSource>
      <inkml:timestamp xml:id="ts0" timeString="2025-11-04T13:55:42.246"/>
    </inkml:context>
    <inkml:brush xml:id="br0">
      <inkml:brushProperty name="width" value="0.08819" units="cm"/>
      <inkml:brushProperty name="height" value="0.35278" units="cm"/>
      <inkml:brushProperty name="color" value="#92D050"/>
      <inkml:brushProperty name="tip" value="rectangle"/>
      <inkml:brushProperty name="rasterOp" value="maskPen"/>
    </inkml:brush>
  </inkml:definitions>
  <inkml:trace contextRef="#ctx0" brushRef="#br0">11483 14676 0,'18'0'343,"-1"0"-327,18 0 0,-17 0 15,35 0-15,-18 0-1,1 0 16,-1 0-15,18 0 0,0 0-1,-18 0 1,18 0 0,53 0-1,-89 0 1,19 0 15,34 0-15,-17 0-1,-18 0 1,1 0 0,-1 0 15,18 0 16,-18 0-32,18 0 17,-18 0-17,1 0 1,69-18-1,-87 18 1,35 0 0,-18 0-1,-17 0 1,0 0-16,17 0 16,0 0-1,-17 0 1,17 0-1,-17 0 1,17 0 0,18 0-1,-18 0 32,-17 0-31,-1 0-16,1 0 31,0 0 0,-1 0-15,19 0 0,-1 0-1,-17 0 16,-1 0-15,1 0 0,-1 0 109,1 0-110,17 18 79,-35-1-78,0 1-1,0-1 48,0 36-32,18-17 0,0-19-15,-18 1 31,17 0-32,-17-1 1,0 1 15,18-1-15,-18 1 15,0 17 266,-18-35-281,-52 18 15,34-18-15,1 0 15,0 0-16,17 0 1,1 0 15,-1 0-15,0 0-16,-17 0 31,-18 0-15,18 0-1,17 0 1,-17 0 15,0 0 1,-1-18-17,1 18 1,17 0-16,1 0 15,-1-17 1,-17 17 0,0 0-16,17 0 15,-17 0 1,-1 0 0,1 0-1,0 0 1,0 0-1,-1 0 1,19 0 15,-19 0 1,1 0 30,-18 0-46,36 0 15,-1 0-15,0 0-1,-35 0 1,18 0-1,-18 0 17,-88 0-1,123 0-15,1 0 46,-18 0-15,-1 0-16,-17 0 0,18 0-15,17 0-16,1 0 16,-19 0-1,1 0 220,18 0-204,-1-18-15,0 18-1,1 0 1,-36 0 46,0 0 79,53-18-125,-35 18-1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55.81395" units="1/cm"/>
          <inkml:channelProperty channel="Y" name="resolution" value="55.95855" units="1/cm"/>
          <inkml:channelProperty channel="T" name="resolution" value="1" units="1/dev"/>
        </inkml:channelProperties>
      </inkml:inkSource>
      <inkml:timestamp xml:id="ts0" timeString="2025-11-04T13:56:24.682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13547 8572 0,'17'18'172,"36"-18"-141,18 0-15,-54 0 0,1 18 15,0-18-16,17 0 1,0 0 15,-17 0-31,17 0 16,36 0 0,-36 0-1,0 0 16,36 0-15,-18 0 0,-18 0-1,0 0 1,1 0 15,69 0-15,-69 0-1,-1 0 1,71 0 0,-71 0-1,0 0 17,71 0-17,-53 0 1,35 0-1,-70 0 1,52 0 15,54 0-15,-106 0-16,-1 0 16,19 17-1,-19-17 266,-17 18-249,35 17-17,-35 36 1,0-36 15,0-17-31,0-1 31,0 1-15,0 17 78,0 1-32,-17-19-15,-1 1-31,-17 17-1,-18-17 17,18-1-1,-1 1-15,-34-18 15,17 0-16,18 0-15,-36 18 16,-35 17 0,36-35-1,17 0 1,18 0 15,-1 0-15,1 0-1,-18 0 1,-18 0 0,19-18 15,-19 1 0,53 17-15,-35 0-1,18 0 1,0 0 0,-36 0-1,-17 0 1,18 0 0,34 0-1,1 0 1,0 0-1,17 0 17,-17 0-17,17 0 1,1 0 62,-1 17 0,0-17-47,1-17-15,-1-36 0,-17 35-1,35-17 1,-18 0 0,-17 17-1,35-35 1,0 35 15,0 1-15,0-36 31,0 18 46,0-1 142,35 36-220,18 0 17,-35 18-17,-1-18 79,19 0-78,16-18 15,19 1-16,-36 17 32,1-18-31,-19 18 0,19 0 15,-19 0-16,36 0 1,-18 0 0,18 0-1,18 0 1,35 0 0,-18 18-1,-35-18-15,0 0 16,35 0 15,-18 0-31,-34 0 31,17 0-15,0-18 0,17 0 15,-52 18-16,35-17 1,-18 17 0,0 0-16,0-18 15,-17 18 1,-36 0 187,-17 53-187,-53 0-1,70-18 1,1-35 125,-19 0-126,36 18 1,-35-18 15,0 0-15,-18 0-1,18 0 1,-18-18 15,-18 1-15,54 17-1,-19 0 17,1 0-17,0 0 1,-18 0 0,0 0 15,-18 0-16,1 0 1,-36 0 0,88 0 15,-17 17 47,17-17-47,-52 0 110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55.81395" units="1/cm"/>
          <inkml:channelProperty channel="Y" name="resolution" value="55.95855" units="1/cm"/>
          <inkml:channelProperty channel="T" name="resolution" value="1" units="1/dev"/>
        </inkml:channelProperties>
      </inkml:inkSource>
      <inkml:timestamp xml:id="ts0" timeString="2025-11-04T13:56:32.537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14958 11324 0,'17'0'297,"72"0"-266,-72 0-15,1 0 0,0 0-1,-18-17 1,17 17 0,18 0-1,36-18 1,-36 18 15,1-18-15,-1 18-1,0 0 17,0 0-17,1 0 1,-19 0-16,19 0 15,16 0 1,-16 0-16,52-17 16,71-19 15,-18 36-31,-53 0 16,0-35-1,-35 35 1,-18 0 15,-17 0-15,0 0-16,-1 0 15,19 0 1,17 0 15,-18 18-15,-18-18-1,1 0 17,17 0-17,1 0 1,-19 0 0,1 0 15,0-18 94,-1 36-63,1 35-30,-1 0-17,1-36 1,-18 1-16,0 17 62,0 0-46,0-17 0,0 0-1,0 35 173,-35-1-173,17-16 1,1-19 0,-1 1-1,0-18 16,-17 35-15,0-17 0,17 17-1,0-35 1,-34 0 15,16 0-15,1 0-1,-36 0 17,36 0-17,-18 0 1,18 0 15,0 0-15,17 0-1,-35 0 1,35 0 0,-34 0-1,16 0 1,1 0 0,0 0-1,-18 0 1,18 0 15,-1 0-15,1 0-1,-18 0 17,35 0-17,1 0 1,-1 0-1,0 0 1,-17 0 0,0 0 15,0 0 16,-1 0-32,19 0 48,-19 0-47,1 0-1,-35 0 1,87 0 609,36-35-610,-35 35 1,52-35 15,-52 17-15,0 0 0,-1 18-1,1 0 1,17-17-1,18 17 48,-35 0-32,-1 0-15,19 0-1,-19-18 1,1 18 15,0-18-15,17 18 0,-17-35 15,-1 35 0,18 0 282,18 0-251,0-17-31,-53-1 1,53 18-1,-35 0-16,17 0 17,0 0 15,-17 0-32,0 0 1,-1 0 46,1 0-46,0 0 0,17 0 15,0 0 0,0 0-15,-17 0-1,0 0 1,17 0 0,-17 0-1,17 0 16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55.81395" units="1/cm"/>
          <inkml:channelProperty channel="Y" name="resolution" value="55.95855" units="1/cm"/>
          <inkml:channelProperty channel="T" name="resolution" value="1" units="1/dev"/>
        </inkml:channelProperties>
      </inkml:inkSource>
      <inkml:timestamp xml:id="ts0" timeString="2025-11-04T16:36:51.049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14005 4339 0,'18'35'93,"17"-17"-61,18-18-1,0 0-16,18 18-15,34-1 16,37 19 0,-72-36-1,-35 0 1,1 0 0,-1 0-1,-17 0 1,17-18-1,0 18 1,0 0 15,1 0 16,-1 0-16,-17 0-15,17 0 15,0 18-15,0-18 0,-35 17-1,36-17 63,17 18 79,0 35-142,-36-53 1,1 17 15,-1 54-15,1-53-1,-18-1 142,-35-17-32,-53 0-94,-1 0-16,-52 0 17,106 0-32,-36 0 31,1 0-15,17 0-1,18 0 1,17 0 15,0 0-15,-17 0-1,0 0 1,0 0 0,17 0 15,0 0 0,1 0-15,-1 0-1,0 0 17,-35 0 61,18 0-77,-18 36 0,53-19 140,0 1-62,0-1-63,18-17 16,-18 18-16,35 0-15,0-18-1,36 17 1,0-17-1,34 0 17,-16 0-17,-54 0 1,-17 0-16,-1 0 31,1 0-15,-1 0-16,72 0 31,-54 0-15,0 0-1,18-17 1,-35 17 0,-1-18 15,19 18 0,-1 0-15,0 0 15,-17 0-31,17 0 31,-17 0-15,-1 0-1,19-18 1,-19 1 0,1-18-1,0-1 1,-18 1 15,0 0-15,0-18-1,-18 18 1,0-1 0,1 19 15,-19-36 0,1 35-15,18 0-1,17 1 1,-36 17 0,19 0 15,-1 0-15,-17 0-1,-1 0 16,1 0-15,-18 0 0,18 0 15,-36 0-15,1 0-1,35 17 1,17 1-1,0-18 1,-17 0 172,17 0-157,1 0-16,-1 0-15,0 0 16,1 0 93,-18 0-62,-18 0 0,35 0 31,0 0 16,1 0-63,-36 18-15,17-18 0,1 53-1,0-36 1,17 36-1,1-18 1,-1-17 15,36 0-15,-1-1 0,1 19 15,17-19 16,-35 1 46,18-18 1,-18 35-78,17-35-16,-17 35 15,0 1 1,0-1 31,18-17 62,0-1-77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55.81395" units="1/cm"/>
          <inkml:channelProperty channel="Y" name="resolution" value="55.95855" units="1/cm"/>
          <inkml:channelProperty channel="T" name="resolution" value="1" units="1/dev"/>
        </inkml:channelProperties>
      </inkml:inkSource>
      <inkml:timestamp xml:id="ts0" timeString="2025-11-04T16:36:56.231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10089 9966 0,'18'0'125,"176"0"-109,-88 0 0,-88-18-1,52 18 1,-17 0-1,-35 0 1,35 0-16,70 0 16,53 0-1,-105 18 1,-36 0 0,1-18 46,-1 0-46,53 0-1,53 17 1,-70 1-16,-1-18 16,71 0-1,-105 0 48,264 35-48,-142-35 1,319 53 0,-336-53-1,-53 0 1,-53 0-1,0 0 17,-17 0-1,17 0-15,53 0-1,1 0 1,-36 0-1,-18 0 1,0 0 31,18 0-31,-35 0-1,17 0 1,0 0 31,1-18-32,-1 1 173,-18 17-173,1 35 1,0 0 172,-18 89-157,0-89-16,-36 36 17,1-71 218,-18 35-235,-53-35 1,18 18 0,88-1-1,-35-17 1,0 18 78,-1-18-48,1 0-14,0 0-17,0 0 1,-18 0 0,0 0-1,17 0 1,1 0-1,-53 0 48,-18 0-47,0 0-1,0-18 1,18 1-1,35-1 1,36 18 0,-19 0-1,19 0 1,-1 0 0,-17 0-1,0 0 1,17 0-16,0 0 15,-17 0 1,17 0-16,1 0 16,-1 0 15,-17 0 16,-89 0-32,19 0 1,-19 0 0,89 0-16,0 0 15,-1 0 1,1-18 0,17 18-16,1 0 15,-1 0 1,-17 0-1,0 0 1,-71 0 0,53 0-1,0 0 1,18 0 0,-1 0 15,1-17-16,35-1 1,-53 18 0,-17 0-1,-54-35 1,54 17 0,17 0-1,35 18 282,-88 18-266,0 0-15,18 17 0,53-35 93,0 0-78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55.81395" units="1/cm"/>
          <inkml:channelProperty channel="Y" name="resolution" value="55.95855" units="1/cm"/>
          <inkml:channelProperty channel="T" name="resolution" value="1" units="1/dev"/>
        </inkml:channelProperties>
      </inkml:inkSource>
      <inkml:timestamp xml:id="ts0" timeString="2025-11-04T16:37:03.493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10372 14499 0,'17'0'313,"19"0"-298,122 0 1,-17-35 15,-35 35-15,-35 0 0,-36 0-1,0 0 1,1 0-1,105-18 1,-88 18-16,35 0 16,18 0-1,-36 0 1,-34-17 0,16-1-1,19 18 1,52 0-1,54 0 1,35 0 0,34-18-1,-104-35 1,-72 53 0,-17-35-1,-35 35 1,35 0-1,0 0 17,17 0-17,-52 0-15,-1 0 16,1 0 15,17 0-15,53 0-1,54 0 1,-54 0 0,-53 0-16,53 0 15,-52 0 1,-19 0 0,18 0-1,18 0 1,-35-18-16,17 1 15,36 17 1,-71-18 0,17 18-1,1 0 1,0 0 15,17 0-15,36 0-1,-18 0 1,-18 0 0,-18 0-1,1 18 173,-106 141-141,0-36-32,70-70 17,-35 18-17,35-71 1,-52 0 343,-406 0-328,229 0-15,176 0 0,36 0 15,0 0 16,-18 0-32,35 0-15,-52 0 16,-36 0 0,53 0-1,0 0 1,18 0 0,-36 0-1,36 0 1,-1 0-1,-16 0 1,-19 0 0,-35 17-16,89 1 15,-107-18 1,106 0-16,-52 0 16,-1 0-1,18 0 32,36 0 31,-36 35-62,35-35-1,-52 18 1,34-18 0,19 0-1,-19 35 79,-16-35-78,34 18-1,0-18 1,1 0 46,-72 17-46,19 1 0,-71 17-1,88-17 1,35-18 250,1 0-235,-54 0-16,18 0 1,18 0 156,-18 0-141,35 0-15,1 0-1,-19 0 95,1 0-79,-18-18-15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55.81395" units="1/cm"/>
          <inkml:channelProperty channel="Y" name="resolution" value="55.95855" units="1/cm"/>
          <inkml:channelProperty channel="T" name="resolution" value="1" units="1/dev"/>
        </inkml:channelProperties>
      </inkml:inkSource>
      <inkml:timestamp xml:id="ts0" timeString="2025-11-04T16:37:14.180"/>
    </inkml:context>
    <inkml:brush xml:id="br0">
      <inkml:brushProperty name="width" value="0.08819" units="cm"/>
      <inkml:brushProperty name="height" value="0.35278" units="cm"/>
      <inkml:brushProperty name="color" value="#FFC000"/>
      <inkml:brushProperty name="tip" value="rectangle"/>
      <inkml:brushProperty name="rasterOp" value="maskPen"/>
    </inkml:brush>
  </inkml:definitions>
  <inkml:trace contextRef="#ctx0" brushRef="#br0">15752 4374 0,'0'18'109,"52"17"-78,-16-35-15,17 0 0,17 18-1,-17-18 16,35 0-15,36 0 0,-89 0-16,18 0 15,35 0 1,-53 0-16,1 0 31,-1 0 47,0 0-62,53 0 0,-17 0-1,-36 0 1,54 0-1,-37 18 17,-16-1 171,-19 1-188,1-18 1,0 0 93,17 0-93,18 35 15,-36-35-15,1 18 0,0-18 62,17 0-63,-17 0 173,17 17-173,0-17 142,0 18-126,-17-18 141,35 18-141,-35-18 0,-1 17-15,1 1-16,0-18 16,-1 18 30,1-1-30,-18 1 93,-35-18-77,-1 0-1,-17 0-15,18 0-1,0 0 1,17 0-1,-17 0 1,0 0 0,-1 0 15,19 0 0,-1 0-31,-35 0 16,18 0-1,0 0 48,-1 0-47,1 0-1,0 0 16,0 0-15,17 0 0,-17 0-1,-1 0-15,-34 0 16,17 0 0,18 0-1,17 0 1,-35 0 15,0 0-15,18 0-1,17 0 32,1 0 0,-54 0-31,36 0 15,17 0 0,-17 0 47,17 0-46,0 0 14,-17 0-14,-18 0 15,18 0-32,0 0 32,-1 0 62,1 0 16,-18 0-78,36 0 78,-1 0 141,-17-18-235,35 1 63,-36 17 515,-16 0-406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55.81395" units="1/cm"/>
          <inkml:channelProperty channel="Y" name="resolution" value="55.95855" units="1/cm"/>
          <inkml:channelProperty channel="T" name="resolution" value="1" units="1/dev"/>
        </inkml:channelProperties>
      </inkml:inkSource>
      <inkml:timestamp xml:id="ts0" timeString="2025-11-04T16:37:21.870"/>
    </inkml:context>
    <inkml:brush xml:id="br0">
      <inkml:brushProperty name="width" value="0.08819" units="cm"/>
      <inkml:brushProperty name="height" value="0.35278" units="cm"/>
      <inkml:brushProperty name="color" value="#FFC000"/>
      <inkml:brushProperty name="tip" value="rectangle"/>
      <inkml:brushProperty name="rasterOp" value="maskPen"/>
    </inkml:brush>
  </inkml:definitions>
  <inkml:trace contextRef="#ctx0" brushRef="#br0">10283 11042 0,'53'0'485,"194"0"-454,-88 0-15,-71-35-1,-70 35 1,0 0 0,17 0-1,0 0 1,18 0-1,-18 0 1,-17 0 15,35 0 1,0 0-32,17 0 15,177 0 1,-141 0-1,-71 0 1,-17 0 15,35 0-15,123 0 0,89 0-1,123 17 1,-176-17-1,-195 0-15,19 0 32,-1 0 15,124 0-1,-142 0-46,71 0 16,-52 0 0,-19 0 15,19 0-15,-19 0-16,1 0 15,123 0 1,-106-17 15,1-1 47,-1 18 32,0-18-64,0 18-30,-17 0 0,88 0-1,-89 0 1,19 0 15,-1 0 0,0 0 188,-17 0-78,-18 36-110,-18-1-15,18-17-16,-35-1 15,0 54 1,-1-36 0,19-17-1,-1-1 79,1-17 0,-19 0-63,-34 0-15,17 0-1,18 0 1,-36 0-1,18 0 1,18 0 0,0 0-1,-1 0 1,19 0 0,-72 0-1,54-17 16,0 17-15,0 0 0,-18 0-1,17 0 1,1 0 0,-18 0-1,-53 0 1,71 0-16,-35 0 15,-125-36 1,143 19-16,-160 17 16,53-18-1,71-17 1,70 35 15,-17 0 16,0 0-31,-18 0-1,0 0 1,18 0 0,17 0-1,-17 0 1,-53 0-1,-18 17 1,-18 1 0,71 17-1,18-35 1,17 18 46,-17-18-46,17 0-16,-17 18 16,18-18-16,-19 0 15,1 0 1,0 35 125,-36-17-110,1 17-31,-54 18 15,89-53 1,17 0 359,1 0-344,-19 0 110,1 0-110,0-18 32,17 1-32,18-1-15,-35 18-1,70 0 266,0 18-265,1-1 0,-19-17-1,36 0 63,-17 0-62,-19 0-16,18 0 16,18 0-1,-35 0 1,0 0-16,35 0 16,-18 0-1,35 0 1,1 0-1,-36 0 1,-17 0 15,35 0-15,0 0 0,53 0 15,-71 0-31,0 0 15,53 0 17,-35 0-17,-35 0 1,-1 0 0,1 0-1,35 0 1,-18 0-1,-17 0 1,17 0 0,-17 0-1,17-17 1,18 17 0,-35 0-1,-1 0-15,1 0 16,17 0-1,18-18 17,0 18-17,53-18 1,-36 18 0,1-17-1,-36-1 16,-17 0-15,0 18-16,-1 0 16,18 0-1,1 0-15,17 0 32,-18-17-17,-17-1 1,-1 18-1,19 0 48,-19 0-47,1 0-16,-1 0 15,1 0 1,0 0-1,17-18 1,0 18 0,1 0-1,-19 0 392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55.81395" units="1/cm"/>
          <inkml:channelProperty channel="Y" name="resolution" value="55.95855" units="1/cm"/>
          <inkml:channelProperty channel="T" name="resolution" value="1" units="1/dev"/>
        </inkml:channelProperties>
      </inkml:inkSource>
      <inkml:timestamp xml:id="ts0" timeString="2025-11-04T16:37:28.871"/>
    </inkml:context>
    <inkml:brush xml:id="br0">
      <inkml:brushProperty name="width" value="0.08819" units="cm"/>
      <inkml:brushProperty name="height" value="0.35278" units="cm"/>
      <inkml:brushProperty name="color" value="#FFC000"/>
      <inkml:brushProperty name="tip" value="rectangle"/>
      <inkml:brushProperty name="rasterOp" value="maskPen"/>
    </inkml:brush>
  </inkml:definitions>
  <inkml:trace contextRef="#ctx0" brushRef="#br0">10336 15487 0,'18'0'297,"17"0"-281,36 0-1,123 0 17,-124 0-17,-17 0 63,0 0-62,18 0 0,52 0-1,-87 0 1,-19 0-1,1 0 17,70 0-17,-35 0 1,53 0 15,-36 0-15,1 0-1,-36 0 1,36 0 0,52 0-1,54 0 1,-107 0 0,-35 0-1,1 0 1,17 0-1,17 0 1,1 0 0,87-18-1,-69 1 1,-54 17 0,0 0 30,1 0-30,34 0 0,1 0-1,-36 0 1,0 0 0,18 0-1,18-18 1,17 0-1,-18 1 1,19 17 0,-54 0 46,35-18-31,19 0-15,-1 1 0,-53 17-1,-17 0 1,17 0 0,-17 0-1,-1 0 1,1 0-1,0 0 64,-1 0-64,18 0 16,1 0-15,17 0 15,-18 0-15,-17 0 0,-1 0 62,19 0 47,-36 35-78,0 18-32,0-35 1,0-1-1,0 1 110,0 0-109,-18 17 15,0-35 1,1 35-17,-19-17 1,1-1-1,17 1 1,-52 17 78,35-35-32,-1 0-30,1 0 14,-36 0-30,54 0-16,-107 0 16,19 0-1,34 0 1,-17 0 0,-36 0-1,18-17 16,-88-19-15,142 19 0,34-1 15,18 0-15,-18 18 30,-52 0-30,34 0 0,1 0-1,-18 0 17,18 0-17,-36 0 1,18 0-1,1 18 1,16-18-16,-122 18 31,105-1-31,-18-17 16,36 0 0,17 18-1,0-18 1,-17 0-1,-53 35 1,35-35 0,18 0 15,0 18 47,35 0-62,-53-1-1,17-17 17,19 18-17,-1 0 16,-17-18-15,-18 17 0,-35 1-1,52-18 126,-17 0-125,18 0 15,0 17-16,35 1 48,-35-18-16,17 0-32,-17 0 1,-18 0 0,18 0-16,17-18 15,-70 1 1,70 17-16,-35 0 31,36 0 0,-1 0 141,0 0-156,-35-18 0,53 1-1,-35-1 235,17 0-219,36 18 298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55.81395" units="1/cm"/>
          <inkml:channelProperty channel="Y" name="resolution" value="55.95855" units="1/cm"/>
          <inkml:channelProperty channel="T" name="resolution" value="1" units="1/dev"/>
        </inkml:channelProperties>
      </inkml:inkSource>
      <inkml:timestamp xml:id="ts0" timeString="2025-11-04T16:37:32.532"/>
    </inkml:context>
    <inkml:brush xml:id="br0">
      <inkml:brushProperty name="width" value="0.08819" units="cm"/>
      <inkml:brushProperty name="height" value="0.35278" units="cm"/>
      <inkml:brushProperty name="color" value="#FFC000"/>
      <inkml:brushProperty name="tip" value="rectangle"/>
      <inkml:brushProperty name="rasterOp" value="maskPen"/>
    </inkml:brush>
  </inkml:definitions>
  <inkml:trace contextRef="#ctx0" brushRef="#br0">11412 15840 0,'-17'-18'94,"17"0"-78,17 18-1,19 0 16,-19 0-15,1 0 0,0 0 46,-1 0-46,1 0-16,17 0 15,18 0 1,-35 0 0,-1 0 15,1 0 0,35 0-15,-18 0-1,0 0 1,1 0 0,-19 0-1,1 0-15,0 0 16,52 0 15,-52 0-31,-1 0 47,1 0-31,0 0-1,-1 0 1,19 0 0,-1 0-1,18 0 1,-36 0-1,1 0 1,70 36 0,-70-36-1,35 0 1,-18 0 0,0 0-1,1 0 16,-19 0-15,19 0 0,-1 0-1,0 0 17,-17 0-17,-1 0 1,19 0 15,17 0-15,-18 0 15,-17 0 0,-1 0-15,1 0 62,-1 0 16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55.81395" units="1/cm"/>
          <inkml:channelProperty channel="Y" name="resolution" value="55.95855" units="1/cm"/>
          <inkml:channelProperty channel="T" name="resolution" value="1" units="1/dev"/>
        </inkml:channelProperties>
      </inkml:inkSource>
      <inkml:timestamp xml:id="ts0" timeString="2025-11-04T16:37:46.051"/>
    </inkml:context>
    <inkml:brush xml:id="br0">
      <inkml:brushProperty name="width" value="0.08819" units="cm"/>
      <inkml:brushProperty name="height" value="0.35278" units="cm"/>
      <inkml:brushProperty name="color" value="#92D050"/>
      <inkml:brushProperty name="tip" value="rectangle"/>
      <inkml:brushProperty name="rasterOp" value="maskPen"/>
    </inkml:brush>
  </inkml:definitions>
  <inkml:trace contextRef="#ctx0" brushRef="#br0">14199 9931 0,'53'0'93,"-35"0"32,-1 17-93,1 1 46,141 17-47,141 36-15,-142-54-1,-16 36 1,-54-35-1,18-18 1,-1 0 0,213 53 15,105-35-15,-246-18-16,-36 0 15,18 0 1,-107 0-16,-16 0 78,193-36-47,-141 36-15,-35-17 15,-35-1-15,35 18-1,-18-18 1,-17 18 0,-1 0-16,19-17 31,-19 17-16,18-18 17,-17 18-17,0 0 1,-1 0 0,19-18-1,-36 1 48,35 17 155,0 0-186,-35-18 77,0-17-15,-17 35 125,-89 0-188,35 0-31,-229 0 15,-17-71 32,229 54-31,17 17 0,53-18-16,-52 0 15,35 18 1,-1-17-1,19 17 32,-1 0 0,-17 0-31,-18 0-1,-18 0 1,54 0 0,-19 0 15,-17 0-15,-70 35-1,-53 0 1,105-35-1,0 0 1,36 0 0,18 0 15,-1 0-15,-17 0-16,-36 0 31,53 0-16,-17 0 64,-18 0-48,-35 18-16,70-18 1,1 0 0,-1 0-1,1 0 1,-19 18 0,-34-1 15,52 1-16,-35 0 1,35-18 93,-17 35-77,0-18-1,17-17 110,-17 18-95,17-18-30,-52 35 31,35-35-31,-18 0-1,17 0 1,1 36-1,-35-36 1,34 17-16,1-17 16,17 18-1,1-18 235,-19 0-234,-52 0 15,71 18 1125,246-18-1109,-53 0-31,-17 0 0,-106 0-1,-18 0-15,0 0 63,71 0-16,-70 0-32,-19 0 1,19 0 15,-1 0 16,0 0-31,-17 0-16,17 0 15,71 0 1,-53 0-1,0 0 1,-18 0 0,18 0-1,53 0 1,211 35 0,-264 0-16,18-17 15,34-18 1,-34 0 78,17 0-63,-70-18-16,17 18 64,0-18-64,18 18 1,-35 0-1,17-17 17,-17-1-17,17 18 17,0 0-1,-17 0 0,17 0-31,36 0 31,-18-35-15,-18 35 0,0 0-1,1 0 1,17-18-1,0 1 1,-1-1 0,-16 18-1,-1-18 1,0 18 0,1 0-1,-1 0-15,-18 0 16,1-17-1,0 17 95,-1 0-95,1 0 1,17 0 0,1 0 15,16 0-15,-34 0 15,-36 0 313,1 0-329,-1 0 1,-17 0 46,17 35-15,-17-35-16,17 0-15,1 0 62,-1 0-31,-17 18 62,-36-1-77,1 1-17,52-18 1,0 0 15,1 0 32,-1 0 30,-17 0-30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55.81395" units="1/cm"/>
          <inkml:channelProperty channel="Y" name="resolution" value="55.95855" units="1/cm"/>
          <inkml:channelProperty channel="T" name="resolution" value="1" units="1/dev"/>
        </inkml:channelProperties>
      </inkml:inkSource>
      <inkml:timestamp xml:id="ts0" timeString="2025-11-04T16:37:52.325"/>
    </inkml:context>
    <inkml:brush xml:id="br0">
      <inkml:brushProperty name="width" value="0.08819" units="cm"/>
      <inkml:brushProperty name="height" value="0.35278" units="cm"/>
      <inkml:brushProperty name="color" value="#92D050"/>
      <inkml:brushProperty name="tip" value="rectangle"/>
      <inkml:brushProperty name="rasterOp" value="maskPen"/>
    </inkml:brush>
  </inkml:definitions>
  <inkml:trace contextRef="#ctx0" brushRef="#br0">14446 14552 0,'18'0'329,"52"0"-298,-17-35-16,-17 35 48,17-18-47,35 18-1,-35 0 1,-36 0 15,1-17-15,0-1-1,34 18 32,1-18-31,-17 1-1,-1 17 17,0 0 15,1 0-32,122 0 1,-70 0 15,-17 0-15,-36 0-1,1 0 1,-1 0 0,53 0-16,177 0 31,-124 0-31,106 0 31,-194 0-31,-36 0 16,89-36-1,-35 36 1,52 0 0,89 0 15,70 0-16,-229 0 1,-35 0 0,17 0-1,18 0 1,-18 0-16,18 0 16,-35 0-16,-1 0 15,18 0 1,1 0 15,-1 0 78,-17 0-93,-1 0-16,1 0 16,35 0-1,0 0-15,-18 18 16,53 0 0,-52-18-1,-1 0 157,-35 53-63,0-36-77,0 18-17,0-17-15,0 17 32,-18-35-1,-35 53 0,53-35-15,-17 0 31,-19-18-32,19 0 48,-19 17-48,-16-17 1,34 0 15,0 0 0,-17 0-15,0 0 15,-36 0-15,18 0 0,0 0-1,36 0-15,-1 0 16,0 0-1,-17 0 1,0 0 15,0 0-31,-1 0 16,-70 0 0,-70-35-1,17 0 1,18-1-1,53 36 1,53 0 0,-1 0 46,19 0-46,-36 0-1,0 0 1,0 18 0,18-18 15,-1 0-15,19 0-1,-36 0 1,18 0-1,17 0-15,-53 0 16,1 0 0,-1 0 15,1 0-15,35 0-1,-1 0 16,-17 0-15,-17 18 0,17-18-1,-18 17 1,36-17 0,0 0-1,-1 18 1,-16 0 15,-160 17-15,88 0-1,36-35 17,53 0 155,0 0-140,17 0 0,0 0-32,1 0 1,-1 0 15,0 0 79,-17 0-95,0 0 1,17 0 78,1 0-79,-1 0 110,0 0-93,1 0 108,-19 0-124,1 0 156,18-18-157,-1 18 157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55.81395" units="1/cm"/>
          <inkml:channelProperty channel="Y" name="resolution" value="55.95855" units="1/cm"/>
          <inkml:channelProperty channel="T" name="resolution" value="1" units="1/dev"/>
        </inkml:channelProperties>
      </inkml:inkSource>
      <inkml:timestamp xml:id="ts0" timeString="2025-11-04T16:38:02.427"/>
    </inkml:context>
    <inkml:brush xml:id="br0">
      <inkml:brushProperty name="width" value="0.08819" units="cm"/>
      <inkml:brushProperty name="height" value="0.35278" units="cm"/>
      <inkml:brushProperty name="color" value="#92D050"/>
      <inkml:brushProperty name="tip" value="rectangle"/>
      <inkml:brushProperty name="rasterOp" value="maskPen"/>
    </inkml:brush>
  </inkml:definitions>
  <inkml:trace contextRef="#ctx0" brushRef="#br0">17921 4357 0,'18'0'110,"-1"0"-79,1 0-15,17 17-1,18-17 1,35 18 0,18 17 15,88 18-16,-106-35 1,-35-18 0,0 0-1,18 18 17,35-18-17,-71 0 1,0 0-1,1 0 17,69 0-1,-69 0-31,17 0 16,-18 0-16,53 0 31,-70 0 94,-1 0-78,19 0-16,-1 0 0,-17 0 32,-1 0 93,1 0-109,17 0-32,0 17 79,-35 18-78,0 36-1,0-36 1,0-17 62,-70 70-47,52-88-15,-17 18 0,0-18-1,-1 0 1,-17 0 0,-17 0-1,-18 17 1,70-17-1,-35 0 1,0 0 0,-17 0-1,-1 0 1,36 0-16,17 0 16,-17 0-1,0 0 1,17 0 15,-17 0-15,-18-35-1,17 35 48,1-18-48,0 18 1,0 0 0,-1 0 15,1 0-15,17 0 15,-17 0-31,0 0 47,-18 0-16,18 0-15,17 0-1,0 0 1,-17 0 31,0 0-16,0 0 16,17 0 15,-17 0 1,-1-35-16,19 18 31,-19 17-47,19-18-31,-1 0 16,18-17 156,0 17-157,0-35 16,0 18 1,18 0 218,52 35-235,1 35 17,-53-17-1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55.81395" units="1/cm"/>
          <inkml:channelProperty channel="Y" name="resolution" value="55.95855" units="1/cm"/>
          <inkml:channelProperty channel="T" name="resolution" value="1" units="1/dev"/>
        </inkml:channelProperties>
      </inkml:inkSource>
      <inkml:timestamp xml:id="ts0" timeString="2025-11-04T16:36:11.291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brush xml:id="br1">
      <inkml:brushProperty name="width" value="0.05292" units="cm"/>
      <inkml:brushProperty name="height" value="0.05292" units="cm"/>
      <inkml:brushProperty name="color" value="#00B0F0"/>
    </inkml:brush>
  </inkml:definitions>
  <inkml:trace contextRef="#ctx0" brushRef="#br0">3757 8572 0,'-18'-17'125,"-17"17"-94,-53 35-15,70-17 0,-52 35-1,34 17 1,1 1 0,35-1-1,-17 1 1,-1-1-1,0-52 1,18 0 0,0 35-1,0-36 1,0 107 15,0-71-15,0-18-1,18 0 1,0 1 0,-18-19-1,0 18 1,17 1 0,18 34-1,-35-17 1,71 0-1,-36 18 1,-17-36-16,-18-17 16,53 70-1,-35-71 1,-1-17 62,18 0-62,-17 0-1,17 0 1,-17 0-16,0 0 16,17 0-1,18-17 1,-36-1-1,1 0-15,0 1 16,35-1 0,-36 1-1,19-36 1,-19 17 0,1 19-1,-18-1 1,0-35 15,0-17 0,0 34-15,0 1-16,0 0 16,0 17-1,0 1 1,0-1-1,0 0 1,0 1 0,0-19-1,0 1 17,18 17-17,-18-35 1,0 36-16,0-18 15,17-1 1,-17 19 0,0-19 46,0 1-31,0 0-15,0-53 78,0 70-79,0 0 1,-35 1 0,0-54-1,17 71 48,0-17-16,-17-19-32,-18 1 1,35 35 0,1-18 15,-1 18-16,1-17 1,-1-1 31,0 0-31,1 18 155</inkml:trace>
  <inkml:trace contextRef="#ctx0" brushRef="#br0" timeOffset="6927.38">14570 10742 0,'-36'0'375,"19"0"-344,-1 0-15,-17 35 78,17-35-79,1 18 126,-1 0-125,0-1-1,18 1 79,-17 0-78,-19-1 30,36 1 48,-17-1-63,-1 1 1,0 0 46,1 35-31,-1-53-32,18 53 1,0-36 0,0 18-1,0-17 16,0 17 1,0 1-1,0-1 16,0-17-16,0-1-15,0 1-1,0 0 1,18 17 0,-1-18 15,-17 19-16,0-19 17,18 1-17,0 0 32,-1 17-31,19-35-1,-1 35 1,-17-17 15,-1-18-15,36 0 0,-18 0-1,36 0 1,-18 0-1,-18 0 17,0 0-1,1 0-15,-1 0-1,88 0 1,19 35-1,-72-35 1,1 0 0,-36 0-1,-17 0 1,35 0 0,52 0 15,-16 0-31,228 71 15,-193-36 1,-72-35-16,1 0 16,-17 0-1,-1 0 63,88 0-62,213 35 15,-89-17-15,-159-18-16,-18 0 16,1 0-1,-36 0-15,0 0 16,18-18-1,-17 1 1,69-1 0,-16 0-1,-54 1 1,35-36 0,-52 35-1,0 0 1,35 1-1,-18-1 1,-17-17 15,34 17-15,-34 1-16,35-36 16,53-53-1,-36 0 1,-17 35-1,-17 1 1,-36 17 0,0 35-1,0 1 1,0-54 0,0 54 15,0-1-16,-36 0-15,36 1 32,-35-36-1,-36 17 16,19 36-32,34-35 1,-53 35 0,54 0-16,-19 0 15,19 0-15,-18 0 32,17 0-17,-17 0 1,-1 0-1,-34 0 1,17 0 0,18 0-1,-54 0 1,19 0 0,35 0-16,-36 0 31,0 0-16,36 0-15,-35 0 32,-1 0-17,18 0 1,0 0 0,-35 0-1,-71-35 1,89 17-1,-36-17 1,71 17 0,17 18 15,-17 0-15,-18-17-1,0 17 1,18 0-1,-1 0 17,-34 0-1,-1 0-15,1 0-1,17 0 1,17 0-1,19 0 1,-54 0 0,54 0-16,-19 0 15,-122 0 1,87 0 0,36 0 15,-1 17-16,1 1 17,0-18 30,-18 18-31,-18-1-15,-17 1 15,18 17-15,34-35 62,1 18-15,17-18 46,1 0-78,-1 0-15,1 0-1,-1 0 1,-17 0 0,-1 0 62,1 0-47,0 17-15,17-17 421,-17 36-421</inkml:trace>
  <inkml:trace contextRef="#ctx0" brushRef="#br1" timeOffset="15434.45">3969 13123 0,'0'-17'47,"0"-1"-31,-36 18 31,1 0-32,0 0 1,-18 0 0,18 0-1,17 0 1,0 0 0,1 0-1,-18 0 1,-54 18-1,54-1 1,17-17 0,1 18 15,-1 0-15,-17-1-1,0 1 16,-1 17-15,19-17 0,17-1-1,-36 1 1,19 17 0,-1 1-1,18-1-15,-35 18 31,35 0-15,0-18 0,0 0 31,0 18-32,0 35 1,0-52 15,0-1-15,17-17-1,1-18-15,-18 17 16,53 36 0,-18 0-1,18 0 1,-35-18-1,17-17 1,0 17 0,18-17-1,-17-1 1,-19 1 0,36 0 15,-18-18 0,18 0 16,-35 0-31,17 0-1,18 0 1,-18 0-1,1 0 1,-19 0 0,19 0-1,-1 0 1,0-18 0,18 18-1,-35-18 1,-1 18-1,19 0 17,-1-17-17,0-18 17,1 17-17,-19-35 1,1 35-1,17 1-15,-35-19 32,0 1-17,0 18-15,18-19 16,-18-17 0,0 36-1,0-19 1,0 1-1,0 0 1,0 0 0,0-18 15,0 0 0,0 17-31,-36 36 16,36-35-1,0 0 1,-52 0 0,52-18-1,-18 53 1,0-18 0,18 0 62,-17 1-47,-1 17-15,0-53 30,1 53-14,-19 0 61,1 0-77,18 0 0,-1 0-1,0 0 1,-17 0 15,0-18 0,-18 1 1,35 17-17,0 0 1,-17 0 15</inkml:trace>
  <inkml:trace contextRef="#ctx0" brushRef="#br1" timeOffset="22053.72">14411 15910 0,'35'0'297,"53"0"-266,-35 36-15,18-36-1,-71 123 1,18-123 15,-18 18-31,35-18 78,-18 0-62,1 0 15,70 0-15,-52 0-1,-1 17 1,0-17 0,106 53 15,-88-53-31,265 0 16,-142 0-1,-52 0 16,-36 0-15,-35 0 0,35 0-1,88-17 1,54-36 0,-36 35 15,-106 18-16,-53 0-15,-17 0 16,17 0-16,0 0 16,-35-18-16,106 1 15,-18-1 1,36-17 0,-18 35-1,-18 0 1,-35-18-1,-36 1 1,36 17 15,-18 0-15,18 0 0,0-18-16,-53 0 15,71 1 1,-18-1-1,-36 18 1,19 0 0,17-18-1,0 1 1,-18-1 0,0 0-1,18 1 1,-35-1-1,17-17 1,0 17 15,71-35 1,-71 36-17,-17-19 1,35 19-1,-35-19 1,-1 19 31,1-1-31,-18-17-1,17 17 16,-17-17 32,0 17-47,0-17 46,-17 35-31,-1 0-15,-17-35 31,17 17-32,18-17 32,-35 35-31,17-18 15,1 18-15,-1-17 15,0-19-15,-34 19 171,52-1-171,-53 0 31,17 1-32,-34-1 1,-18 1 0,35-1-1,17 18 1,-17 0-1,-35 0 1,53 0-16,-18 0 16,-123 0-1,70-35 1,53 35 0,18 0 62,-1 0-63,19 0 1,-36 0 0,18 35-1,-1-35 1,1 0-1,-36 0 1,36 0 0,-18 0-1,18 0 17,-18 0-17,0 18 1,0-18-1,18 0 17,-71 0-1,88 0-31,1 0 16,-18 17-1,-1-17 1,-17 0-1,0 0 1,0 0 0,36 0-1,-1 0 17,1 0-1,-1 0-16,0 0 1,-17 0-16,-18 0 16,18 0-1,17 0 17,1 0 14,-19 0-30,1 0 0,-18 0-1,35 0-15,1 0 16,-89 0 0,53 0-16,35-17 15,-140-19 1,105 36-1,17-17 1,1 17 78,-35 0-79,34 0-15,19 0 32,-19 0-32,1 0 15,0 0 1,0 0 0,-18 0-1,17 0 1,-52 0-1,35 0 1,18 0 0,0 0-1,-1 0 63,19 17 1,-18-17-64,-1 36 16,19-19 32,-1 18-47,-17-17-1,17 0 1,0-18-1,18 17 1,0 1 0,-17 17 15,-1 1 16,1-19-32,17 1 17,0-1-17,-53 19 79,53-19-16,-36 36-62,36-35 46,0 17 16,0 0-31,0 18-31,18-35 0,-18 0 15,18-18-16,17 35 1,-17 18 31,-1-18-16,-17-17-15,0-1 78,18 19-79,17-1 48,-35-17-48,0 17-15,0 0 32,0-17-17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D49BA9A-FDD7-4744-AE59-794B7989A5E4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C24E6D1-C3CD-4C71-BC93-D2DEA76EEB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00352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C24E6D1-C3CD-4C71-BC93-D2DEA76EEB39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2372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>
            <a:grpSpLocks/>
          </p:cNvGrpSpPr>
          <p:nvPr/>
        </p:nvGrpSpPr>
        <p:grpSpPr bwMode="auto">
          <a:xfrm>
            <a:off x="0" y="2438400"/>
            <a:ext cx="9009063" cy="1052513"/>
            <a:chOff x="0" y="1536"/>
            <a:chExt cx="5675" cy="663"/>
          </a:xfrm>
        </p:grpSpPr>
        <p:grpSp>
          <p:nvGrpSpPr>
            <p:cNvPr id="5" name="Group 3"/>
            <p:cNvGrpSpPr>
              <a:grpSpLocks/>
            </p:cNvGrpSpPr>
            <p:nvPr/>
          </p:nvGrpSpPr>
          <p:grpSpPr bwMode="auto">
            <a:xfrm>
              <a:off x="185" y="1604"/>
              <a:ext cx="449" cy="299"/>
              <a:chOff x="720" y="336"/>
              <a:chExt cx="624" cy="432"/>
            </a:xfrm>
          </p:grpSpPr>
          <p:sp>
            <p:nvSpPr>
              <p:cNvPr id="12" name="Rectangle 4"/>
              <p:cNvSpPr>
                <a:spLocks noChangeArrowheads="1"/>
              </p:cNvSpPr>
              <p:nvPr/>
            </p:nvSpPr>
            <p:spPr bwMode="auto">
              <a:xfrm>
                <a:off x="720" y="336"/>
                <a:ext cx="384" cy="432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>
                  <a:defRPr/>
                </a:pPr>
                <a:endParaRPr lang="en-US" dirty="0"/>
              </a:p>
            </p:txBody>
          </p:sp>
          <p:sp>
            <p:nvSpPr>
              <p:cNvPr id="13" name="Rectangle 5"/>
              <p:cNvSpPr>
                <a:spLocks noChangeArrowheads="1"/>
              </p:cNvSpPr>
              <p:nvPr/>
            </p:nvSpPr>
            <p:spPr bwMode="auto">
              <a:xfrm>
                <a:off x="1056" y="336"/>
                <a:ext cx="288" cy="432"/>
              </a:xfrm>
              <a:prstGeom prst="rect">
                <a:avLst/>
              </a:prstGeom>
              <a:gradFill rotWithShape="0">
                <a:gsLst>
                  <a:gs pos="0">
                    <a:schemeClr val="folHlink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>
                  <a:defRPr/>
                </a:pPr>
                <a:endParaRPr lang="en-US" dirty="0"/>
              </a:p>
            </p:txBody>
          </p:sp>
        </p:grpSp>
        <p:grpSp>
          <p:nvGrpSpPr>
            <p:cNvPr id="6" name="Group 6"/>
            <p:cNvGrpSpPr>
              <a:grpSpLocks/>
            </p:cNvGrpSpPr>
            <p:nvPr/>
          </p:nvGrpSpPr>
          <p:grpSpPr bwMode="auto">
            <a:xfrm>
              <a:off x="263" y="1870"/>
              <a:ext cx="466" cy="299"/>
              <a:chOff x="912" y="2640"/>
              <a:chExt cx="672" cy="432"/>
            </a:xfrm>
          </p:grpSpPr>
          <p:sp>
            <p:nvSpPr>
              <p:cNvPr id="10" name="Rectangle 7"/>
              <p:cNvSpPr>
                <a:spLocks noChangeArrowheads="1"/>
              </p:cNvSpPr>
              <p:nvPr/>
            </p:nvSpPr>
            <p:spPr bwMode="auto">
              <a:xfrm>
                <a:off x="912" y="2640"/>
                <a:ext cx="384" cy="432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>
                  <a:defRPr/>
                </a:pPr>
                <a:endParaRPr lang="en-US" dirty="0"/>
              </a:p>
            </p:txBody>
          </p:sp>
          <p:sp>
            <p:nvSpPr>
              <p:cNvPr id="11" name="Rectangle 8"/>
              <p:cNvSpPr>
                <a:spLocks noChangeArrowheads="1"/>
              </p:cNvSpPr>
              <p:nvPr/>
            </p:nvSpPr>
            <p:spPr bwMode="auto">
              <a:xfrm>
                <a:off x="1248" y="2640"/>
                <a:ext cx="336" cy="432"/>
              </a:xfrm>
              <a:prstGeom prst="rect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>
                  <a:defRPr/>
                </a:pPr>
                <a:endParaRPr lang="en-US" dirty="0"/>
              </a:p>
            </p:txBody>
          </p:sp>
        </p:grpSp>
        <p:sp>
          <p:nvSpPr>
            <p:cNvPr id="7" name="Rectangle 9"/>
            <p:cNvSpPr>
              <a:spLocks noChangeArrowheads="1"/>
            </p:cNvSpPr>
            <p:nvPr/>
          </p:nvSpPr>
          <p:spPr bwMode="auto">
            <a:xfrm>
              <a:off x="0" y="1824"/>
              <a:ext cx="353" cy="26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hlink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defRPr/>
              </a:pPr>
              <a:endParaRPr lang="en-US" dirty="0"/>
            </a:p>
          </p:txBody>
        </p:sp>
        <p:sp>
          <p:nvSpPr>
            <p:cNvPr id="8" name="Rectangle 10"/>
            <p:cNvSpPr>
              <a:spLocks noChangeArrowheads="1"/>
            </p:cNvSpPr>
            <p:nvPr/>
          </p:nvSpPr>
          <p:spPr bwMode="auto">
            <a:xfrm>
              <a:off x="400" y="1536"/>
              <a:ext cx="20" cy="663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defRPr/>
              </a:pPr>
              <a:endParaRPr lang="en-US" dirty="0"/>
            </a:p>
          </p:txBody>
        </p:sp>
        <p:sp>
          <p:nvSpPr>
            <p:cNvPr id="9" name="Rectangle 11"/>
            <p:cNvSpPr>
              <a:spLocks noChangeArrowheads="1"/>
            </p:cNvSpPr>
            <p:nvPr/>
          </p:nvSpPr>
          <p:spPr bwMode="auto">
            <a:xfrm flipV="1">
              <a:off x="199" y="2054"/>
              <a:ext cx="5476" cy="35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defRPr/>
              </a:pPr>
              <a:endParaRPr lang="en-US" dirty="0"/>
            </a:p>
          </p:txBody>
        </p:sp>
      </p:grpSp>
      <p:sp>
        <p:nvSpPr>
          <p:cNvPr id="46092" name="Rectangle 12"/>
          <p:cNvSpPr>
            <a:spLocks noGrp="1" noChangeArrowheads="1"/>
          </p:cNvSpPr>
          <p:nvPr>
            <p:ph type="ctrTitle"/>
          </p:nvPr>
        </p:nvSpPr>
        <p:spPr>
          <a:xfrm>
            <a:off x="990600" y="1676400"/>
            <a:ext cx="7772400" cy="1462088"/>
          </a:xfrm>
        </p:spPr>
        <p:txBody>
          <a:bodyPr/>
          <a:lstStyle>
            <a:lvl1pPr>
              <a:defRPr/>
            </a:lvl1pPr>
          </a:lstStyle>
          <a:p>
            <a:r>
              <a:rPr lang="ro-RO"/>
              <a:t>Click to edit Master title style</a:t>
            </a:r>
          </a:p>
        </p:txBody>
      </p:sp>
      <p:sp>
        <p:nvSpPr>
          <p:cNvPr id="46093" name="Rectangle 1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r>
              <a:rPr lang="ro-RO"/>
              <a:t>Click to edit Master subtitle style</a:t>
            </a:r>
          </a:p>
        </p:txBody>
      </p:sp>
      <p:sp>
        <p:nvSpPr>
          <p:cNvPr id="14" name="Rectangle 14"/>
          <p:cNvSpPr>
            <a:spLocks noGrp="1" noChangeArrowheads="1"/>
          </p:cNvSpPr>
          <p:nvPr>
            <p:ph type="dt" sz="half" idx="10"/>
          </p:nvPr>
        </p:nvSpPr>
        <p:spPr>
          <a:xfrm>
            <a:off x="990600" y="6248400"/>
            <a:ext cx="19050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>
              <a:defRPr/>
            </a:pPr>
            <a:endParaRPr lang="ro-RO"/>
          </a:p>
        </p:txBody>
      </p:sp>
      <p:sp>
        <p:nvSpPr>
          <p:cNvPr id="15" name="Rectangle 15"/>
          <p:cNvSpPr>
            <a:spLocks noGrp="1" noChangeArrowheads="1"/>
          </p:cNvSpPr>
          <p:nvPr>
            <p:ph type="ftr" sz="quarter" idx="11"/>
          </p:nvPr>
        </p:nvSpPr>
        <p:spPr>
          <a:xfrm>
            <a:off x="3429000" y="6248400"/>
            <a:ext cx="28956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>
              <a:defRPr/>
            </a:pPr>
            <a:endParaRPr lang="ro-RO"/>
          </a:p>
        </p:txBody>
      </p:sp>
      <p:sp>
        <p:nvSpPr>
          <p:cNvPr id="16" name="Rectangle 1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858000" y="6248400"/>
            <a:ext cx="19050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>
              <a:defRPr/>
            </a:pPr>
            <a:fld id="{E98A5A24-8A6B-430E-A0FA-E8B3A57652F7}" type="slidenum">
              <a:rPr lang="ro-RO"/>
              <a:pPr>
                <a:defRPr/>
              </a:pPr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4720591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o-RO"/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o-RO"/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7E2E92-CD6E-45B2-BCEE-CBC3B29184F0}" type="slidenum">
              <a:rPr lang="ro-RO"/>
              <a:pPr>
                <a:defRPr/>
              </a:pPr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28076224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o-RO"/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o-RO"/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B8401DE-933F-4AAE-BC74-B3BFDB2BF4A8}" type="slidenum">
              <a:rPr lang="ro-RO"/>
              <a:pPr>
                <a:defRPr/>
              </a:pPr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7350664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82688" y="2017713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45088" y="2017713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o-RO"/>
          </a:p>
        </p:txBody>
      </p:sp>
      <p:sp>
        <p:nvSpPr>
          <p:cNvPr id="6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o-RO"/>
          </a:p>
        </p:txBody>
      </p:sp>
      <p:sp>
        <p:nvSpPr>
          <p:cNvPr id="7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58A1650-9BD3-4C9C-9BE0-9BE8252D6349}" type="slidenum">
              <a:rPr lang="ro-RO"/>
              <a:pPr>
                <a:defRPr/>
              </a:pPr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6371839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o-RO"/>
          </a:p>
        </p:txBody>
      </p:sp>
      <p:sp>
        <p:nvSpPr>
          <p:cNvPr id="8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o-RO"/>
          </a:p>
        </p:txBody>
      </p:sp>
      <p:sp>
        <p:nvSpPr>
          <p:cNvPr id="9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8679772-4598-435D-BAFB-2AD8F52E9017}" type="slidenum">
              <a:rPr lang="ro-RO"/>
              <a:pPr>
                <a:defRPr/>
              </a:pPr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1563347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o-RO"/>
          </a:p>
        </p:txBody>
      </p:sp>
      <p:sp>
        <p:nvSpPr>
          <p:cNvPr id="4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o-RO"/>
          </a:p>
        </p:txBody>
      </p:sp>
      <p:sp>
        <p:nvSpPr>
          <p:cNvPr id="5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84BAF97-CB85-4F55-B553-AA7AEA63C832}" type="slidenum">
              <a:rPr lang="ro-RO"/>
              <a:pPr>
                <a:defRPr/>
              </a:pPr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11634600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o-RO"/>
          </a:p>
        </p:txBody>
      </p:sp>
      <p:sp>
        <p:nvSpPr>
          <p:cNvPr id="3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o-RO"/>
          </a:p>
        </p:txBody>
      </p:sp>
      <p:sp>
        <p:nvSpPr>
          <p:cNvPr id="4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AF31009-5BE9-46CF-B81B-13049D4E2C75}" type="slidenum">
              <a:rPr lang="ro-RO"/>
              <a:pPr>
                <a:defRPr/>
              </a:pPr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26747604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o-RO"/>
          </a:p>
        </p:txBody>
      </p:sp>
      <p:sp>
        <p:nvSpPr>
          <p:cNvPr id="6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o-RO"/>
          </a:p>
        </p:txBody>
      </p:sp>
      <p:sp>
        <p:nvSpPr>
          <p:cNvPr id="7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E5D3B31-F824-40D5-81F3-86EC92C7EAD7}" type="slidenum">
              <a:rPr lang="ro-RO"/>
              <a:pPr>
                <a:defRPr/>
              </a:pPr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41081721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o-RO"/>
          </a:p>
        </p:txBody>
      </p:sp>
      <p:sp>
        <p:nvSpPr>
          <p:cNvPr id="6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o-RO"/>
          </a:p>
        </p:txBody>
      </p:sp>
      <p:sp>
        <p:nvSpPr>
          <p:cNvPr id="7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2E90B87-5F8E-40FF-A4CB-C9ABEDCB3BEA}" type="slidenum">
              <a:rPr lang="ro-RO"/>
              <a:pPr>
                <a:defRPr/>
              </a:pPr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14277824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o-RO"/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o-RO"/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49E8AFB-02A9-4E98-8676-C34678F1F791}" type="slidenum">
              <a:rPr lang="ro-RO"/>
              <a:pPr>
                <a:defRPr/>
              </a:pPr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0438120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04050" y="214313"/>
            <a:ext cx="1951038" cy="59182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0938" y="214313"/>
            <a:ext cx="5700712" cy="5918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o-RO"/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o-RO"/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13C08AD-0885-4384-89BD-811E855B8359}" type="slidenum">
              <a:rPr lang="ro-RO"/>
              <a:pPr>
                <a:defRPr/>
              </a:pPr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266273522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0938" y="214313"/>
            <a:ext cx="7793037" cy="146208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1182688" y="2017713"/>
            <a:ext cx="7772400" cy="4114800"/>
          </a:xfrm>
        </p:spPr>
        <p:txBody>
          <a:bodyPr/>
          <a:lstStyle/>
          <a:p>
            <a:pPr lvl="0"/>
            <a:endParaRPr lang="en-US" noProof="0" dirty="0"/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o-RO"/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o-RO"/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9C6218D-6463-49AC-AD12-B9C73BF1A507}" type="slidenum">
              <a:rPr lang="ro-RO"/>
              <a:pPr>
                <a:defRPr/>
              </a:pPr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090814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ChangeArrowheads="1"/>
          </p:cNvSpPr>
          <p:nvPr/>
        </p:nvSpPr>
        <p:spPr bwMode="ltGray">
          <a:xfrm>
            <a:off x="417513" y="10985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defRPr/>
            </a:pPr>
            <a:endParaRPr kumimoji="1" lang="en-US" sz="2400" dirty="0"/>
          </a:p>
        </p:txBody>
      </p:sp>
      <p:sp>
        <p:nvSpPr>
          <p:cNvPr id="1027" name="Rectangle 3"/>
          <p:cNvSpPr>
            <a:spLocks noChangeArrowheads="1"/>
          </p:cNvSpPr>
          <p:nvPr/>
        </p:nvSpPr>
        <p:spPr bwMode="ltGray">
          <a:xfrm>
            <a:off x="800100" y="10985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defRPr/>
            </a:pPr>
            <a:endParaRPr kumimoji="1" lang="en-US" sz="2400" dirty="0"/>
          </a:p>
        </p:txBody>
      </p:sp>
      <p:sp>
        <p:nvSpPr>
          <p:cNvPr id="1028" name="Rectangle 4"/>
          <p:cNvSpPr>
            <a:spLocks noChangeArrowheads="1"/>
          </p:cNvSpPr>
          <p:nvPr/>
        </p:nvSpPr>
        <p:spPr bwMode="ltGray">
          <a:xfrm>
            <a:off x="541338" y="15208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defRPr/>
            </a:pPr>
            <a:endParaRPr kumimoji="1" lang="en-US" sz="2400" dirty="0"/>
          </a:p>
        </p:txBody>
      </p:sp>
      <p:sp>
        <p:nvSpPr>
          <p:cNvPr id="1029" name="Rectangle 5"/>
          <p:cNvSpPr>
            <a:spLocks noChangeArrowheads="1"/>
          </p:cNvSpPr>
          <p:nvPr/>
        </p:nvSpPr>
        <p:spPr bwMode="ltGray">
          <a:xfrm>
            <a:off x="911225" y="15208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defRPr/>
            </a:pPr>
            <a:endParaRPr kumimoji="1" lang="en-US" sz="2400" dirty="0"/>
          </a:p>
        </p:txBody>
      </p:sp>
      <p:sp>
        <p:nvSpPr>
          <p:cNvPr id="1030" name="Rectangle 6"/>
          <p:cNvSpPr>
            <a:spLocks noChangeArrowheads="1"/>
          </p:cNvSpPr>
          <p:nvPr/>
        </p:nvSpPr>
        <p:spPr bwMode="ltGray">
          <a:xfrm>
            <a:off x="127000" y="14478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defRPr/>
            </a:pPr>
            <a:endParaRPr kumimoji="1" lang="en-US" sz="2400" dirty="0"/>
          </a:p>
        </p:txBody>
      </p:sp>
      <p:sp>
        <p:nvSpPr>
          <p:cNvPr id="1031" name="Rectangle 7"/>
          <p:cNvSpPr>
            <a:spLocks noChangeArrowheads="1"/>
          </p:cNvSpPr>
          <p:nvPr/>
        </p:nvSpPr>
        <p:spPr bwMode="gray">
          <a:xfrm>
            <a:off x="762000" y="99060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defRPr/>
            </a:pPr>
            <a:endParaRPr kumimoji="1" lang="en-US" sz="2400" dirty="0"/>
          </a:p>
        </p:txBody>
      </p:sp>
      <p:sp>
        <p:nvSpPr>
          <p:cNvPr id="1032" name="Rectangle 8"/>
          <p:cNvSpPr>
            <a:spLocks noChangeArrowheads="1"/>
          </p:cNvSpPr>
          <p:nvPr/>
        </p:nvSpPr>
        <p:spPr bwMode="gray">
          <a:xfrm>
            <a:off x="442913" y="1781175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defRPr/>
            </a:pPr>
            <a:endParaRPr kumimoji="1" lang="en-US" sz="2400" dirty="0"/>
          </a:p>
        </p:txBody>
      </p:sp>
      <p:sp>
        <p:nvSpPr>
          <p:cNvPr id="1033" name="Rectangle 9"/>
          <p:cNvSpPr>
            <a:spLocks noGrp="1" noChangeArrowheads="1"/>
          </p:cNvSpPr>
          <p:nvPr>
            <p:ph type="title"/>
          </p:nvPr>
        </p:nvSpPr>
        <p:spPr bwMode="auto">
          <a:xfrm>
            <a:off x="1150938" y="214313"/>
            <a:ext cx="7793037" cy="1462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ro-RO"/>
              <a:t>Click to edit Master title style</a:t>
            </a:r>
          </a:p>
        </p:txBody>
      </p:sp>
      <p:sp>
        <p:nvSpPr>
          <p:cNvPr id="1034" name="Rectangle 10"/>
          <p:cNvSpPr>
            <a:spLocks noGrp="1" noChangeArrowheads="1"/>
          </p:cNvSpPr>
          <p:nvPr>
            <p:ph type="body" idx="1"/>
          </p:nvPr>
        </p:nvSpPr>
        <p:spPr bwMode="auto">
          <a:xfrm>
            <a:off x="1182688" y="2017713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ro-RO"/>
              <a:t>Click to edit Master text styles</a:t>
            </a:r>
          </a:p>
          <a:p>
            <a:pPr lvl="1"/>
            <a:r>
              <a:rPr lang="ro-RO"/>
              <a:t>Second level</a:t>
            </a:r>
          </a:p>
          <a:p>
            <a:pPr lvl="2"/>
            <a:r>
              <a:rPr lang="ro-RO"/>
              <a:t>Third level</a:t>
            </a:r>
          </a:p>
          <a:p>
            <a:pPr lvl="3"/>
            <a:r>
              <a:rPr lang="ro-RO"/>
              <a:t>Fourth level</a:t>
            </a:r>
          </a:p>
          <a:p>
            <a:pPr lvl="4"/>
            <a:r>
              <a:rPr lang="ro-RO"/>
              <a:t>Fifth level</a:t>
            </a:r>
          </a:p>
        </p:txBody>
      </p:sp>
      <p:sp>
        <p:nvSpPr>
          <p:cNvPr id="45067" name="Rectangle 11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162050" y="6243638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400"/>
            </a:lvl1pPr>
          </a:lstStyle>
          <a:p>
            <a:pPr>
              <a:defRPr/>
            </a:pPr>
            <a:endParaRPr lang="ro-RO"/>
          </a:p>
        </p:txBody>
      </p:sp>
      <p:sp>
        <p:nvSpPr>
          <p:cNvPr id="45068" name="Rectangle 1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657600" y="6243638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eaLnBrk="1" hangingPunct="1">
              <a:defRPr sz="1400"/>
            </a:lvl1pPr>
          </a:lstStyle>
          <a:p>
            <a:pPr>
              <a:defRPr/>
            </a:pPr>
            <a:endParaRPr lang="ro-RO"/>
          </a:p>
        </p:txBody>
      </p:sp>
      <p:sp>
        <p:nvSpPr>
          <p:cNvPr id="45069" name="Rectangle 1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042150" y="6243638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400"/>
            </a:lvl1pPr>
          </a:lstStyle>
          <a:p>
            <a:pPr>
              <a:defRPr/>
            </a:pPr>
            <a:fld id="{4E5FFC7C-C34C-4738-90FB-C112F8395C8E}" type="slidenum">
              <a:rPr lang="ro-RO"/>
              <a:pPr>
                <a:defRPr/>
              </a:pPr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79" r:id="rId1"/>
    <p:sldLayoutId id="2147483768" r:id="rId2"/>
    <p:sldLayoutId id="2147483769" r:id="rId3"/>
    <p:sldLayoutId id="2147483770" r:id="rId4"/>
    <p:sldLayoutId id="2147483771" r:id="rId5"/>
    <p:sldLayoutId id="2147483772" r:id="rId6"/>
    <p:sldLayoutId id="2147483773" r:id="rId7"/>
    <p:sldLayoutId id="2147483774" r:id="rId8"/>
    <p:sldLayoutId id="2147483775" r:id="rId9"/>
    <p:sldLayoutId id="2147483776" r:id="rId10"/>
    <p:sldLayoutId id="2147483777" r:id="rId11"/>
    <p:sldLayoutId id="2147483778" r:id="rId12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anose="05000000000000000000" pitchFamily="2" charset="2"/>
        <a:buChar char="n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55000"/>
        <a:buFont typeface="Wingdings" panose="05000000000000000000" pitchFamily="2" charset="2"/>
        <a:buChar char="n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50000"/>
        <a:buFont typeface="Wingdings" panose="05000000000000000000" pitchFamily="2" charset="2"/>
        <a:buChar char="n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13" Type="http://schemas.openxmlformats.org/officeDocument/2006/relationships/image" Target="../media/image23.png"/><Relationship Id="rId18" Type="http://schemas.openxmlformats.org/officeDocument/2006/relationships/image" Target="../media/image28.png"/><Relationship Id="rId3" Type="http://schemas.openxmlformats.org/officeDocument/2006/relationships/image" Target="../media/image14.png"/><Relationship Id="rId7" Type="http://schemas.openxmlformats.org/officeDocument/2006/relationships/image" Target="../media/image17.png"/><Relationship Id="rId12" Type="http://schemas.openxmlformats.org/officeDocument/2006/relationships/image" Target="../media/image22.png"/><Relationship Id="rId17" Type="http://schemas.openxmlformats.org/officeDocument/2006/relationships/image" Target="../media/image27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2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png"/><Relationship Id="rId11" Type="http://schemas.openxmlformats.org/officeDocument/2006/relationships/image" Target="../media/image21.png"/><Relationship Id="rId5" Type="http://schemas.openxmlformats.org/officeDocument/2006/relationships/image" Target="../media/image15.png"/><Relationship Id="rId15" Type="http://schemas.openxmlformats.org/officeDocument/2006/relationships/image" Target="../media/image25.png"/><Relationship Id="rId10" Type="http://schemas.openxmlformats.org/officeDocument/2006/relationships/image" Target="../media/image20.png"/><Relationship Id="rId4" Type="http://schemas.openxmlformats.org/officeDocument/2006/relationships/image" Target="../media/image1.png"/><Relationship Id="rId9" Type="http://schemas.openxmlformats.org/officeDocument/2006/relationships/image" Target="../media/image19.png"/><Relationship Id="rId14" Type="http://schemas.openxmlformats.org/officeDocument/2006/relationships/image" Target="../media/image24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13" Type="http://schemas.openxmlformats.org/officeDocument/2006/relationships/image" Target="../media/image36.png"/><Relationship Id="rId18" Type="http://schemas.openxmlformats.org/officeDocument/2006/relationships/customXml" Target="../ink/ink4.xml"/><Relationship Id="rId26" Type="http://schemas.openxmlformats.org/officeDocument/2006/relationships/customXml" Target="../ink/ink8.xml"/><Relationship Id="rId3" Type="http://schemas.openxmlformats.org/officeDocument/2006/relationships/image" Target="../media/image30.png"/><Relationship Id="rId21" Type="http://schemas.openxmlformats.org/officeDocument/2006/relationships/image" Target="../media/image40.png"/><Relationship Id="rId7" Type="http://schemas.openxmlformats.org/officeDocument/2006/relationships/image" Target="../media/image34.png"/><Relationship Id="rId12" Type="http://schemas.openxmlformats.org/officeDocument/2006/relationships/customXml" Target="../ink/ink1.xml"/><Relationship Id="rId17" Type="http://schemas.openxmlformats.org/officeDocument/2006/relationships/image" Target="../media/image38.png"/><Relationship Id="rId25" Type="http://schemas.openxmlformats.org/officeDocument/2006/relationships/image" Target="../media/image42.png"/><Relationship Id="rId2" Type="http://schemas.openxmlformats.org/officeDocument/2006/relationships/image" Target="../media/image29.png"/><Relationship Id="rId16" Type="http://schemas.openxmlformats.org/officeDocument/2006/relationships/customXml" Target="../ink/ink3.xml"/><Relationship Id="rId20" Type="http://schemas.openxmlformats.org/officeDocument/2006/relationships/customXml" Target="../ink/ink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3.png"/><Relationship Id="rId11" Type="http://schemas.openxmlformats.org/officeDocument/2006/relationships/image" Target="../media/image25.png"/><Relationship Id="rId24" Type="http://schemas.openxmlformats.org/officeDocument/2006/relationships/customXml" Target="../ink/ink7.xml"/><Relationship Id="rId5" Type="http://schemas.openxmlformats.org/officeDocument/2006/relationships/image" Target="../media/image32.png"/><Relationship Id="rId15" Type="http://schemas.openxmlformats.org/officeDocument/2006/relationships/image" Target="../media/image37.png"/><Relationship Id="rId23" Type="http://schemas.openxmlformats.org/officeDocument/2006/relationships/image" Target="../media/image41.png"/><Relationship Id="rId10" Type="http://schemas.openxmlformats.org/officeDocument/2006/relationships/image" Target="../media/image26.png"/><Relationship Id="rId19" Type="http://schemas.openxmlformats.org/officeDocument/2006/relationships/image" Target="../media/image39.png"/><Relationship Id="rId4" Type="http://schemas.openxmlformats.org/officeDocument/2006/relationships/image" Target="../media/image31.png"/><Relationship Id="rId9" Type="http://schemas.openxmlformats.org/officeDocument/2006/relationships/image" Target="../media/image1.png"/><Relationship Id="rId14" Type="http://schemas.openxmlformats.org/officeDocument/2006/relationships/customXml" Target="../ink/ink2.xml"/><Relationship Id="rId22" Type="http://schemas.openxmlformats.org/officeDocument/2006/relationships/customXml" Target="../ink/ink6.xml"/><Relationship Id="rId27" Type="http://schemas.openxmlformats.org/officeDocument/2006/relationships/image" Target="../media/image4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45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customXml" Target="../ink/ink9.xml"/><Relationship Id="rId13" Type="http://schemas.openxmlformats.org/officeDocument/2006/relationships/image" Target="../media/image50.png"/><Relationship Id="rId18" Type="http://schemas.openxmlformats.org/officeDocument/2006/relationships/customXml" Target="../ink/ink14.xml"/><Relationship Id="rId3" Type="http://schemas.openxmlformats.org/officeDocument/2006/relationships/image" Target="../media/image1.png"/><Relationship Id="rId21" Type="http://schemas.openxmlformats.org/officeDocument/2006/relationships/image" Target="../media/image54.png"/><Relationship Id="rId7" Type="http://schemas.openxmlformats.org/officeDocument/2006/relationships/image" Target="../media/image25.png"/><Relationship Id="rId12" Type="http://schemas.openxmlformats.org/officeDocument/2006/relationships/customXml" Target="../ink/ink11.xml"/><Relationship Id="rId17" Type="http://schemas.openxmlformats.org/officeDocument/2006/relationships/image" Target="../media/image52.png"/><Relationship Id="rId2" Type="http://schemas.openxmlformats.org/officeDocument/2006/relationships/image" Target="../media/image44.png"/><Relationship Id="rId16" Type="http://schemas.openxmlformats.org/officeDocument/2006/relationships/customXml" Target="../ink/ink13.xml"/><Relationship Id="rId20" Type="http://schemas.openxmlformats.org/officeDocument/2006/relationships/customXml" Target="../ink/ink1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6.png"/><Relationship Id="rId11" Type="http://schemas.openxmlformats.org/officeDocument/2006/relationships/image" Target="../media/image49.png"/><Relationship Id="rId5" Type="http://schemas.openxmlformats.org/officeDocument/2006/relationships/image" Target="../media/image47.png"/><Relationship Id="rId15" Type="http://schemas.openxmlformats.org/officeDocument/2006/relationships/image" Target="../media/image51.png"/><Relationship Id="rId23" Type="http://schemas.openxmlformats.org/officeDocument/2006/relationships/image" Target="../media/image55.png"/><Relationship Id="rId10" Type="http://schemas.openxmlformats.org/officeDocument/2006/relationships/customXml" Target="../ink/ink10.xml"/><Relationship Id="rId19" Type="http://schemas.openxmlformats.org/officeDocument/2006/relationships/image" Target="../media/image53.png"/><Relationship Id="rId4" Type="http://schemas.openxmlformats.org/officeDocument/2006/relationships/image" Target="../media/image46.png"/><Relationship Id="rId9" Type="http://schemas.openxmlformats.org/officeDocument/2006/relationships/image" Target="../media/image48.png"/><Relationship Id="rId14" Type="http://schemas.openxmlformats.org/officeDocument/2006/relationships/customXml" Target="../ink/ink12.xml"/><Relationship Id="rId22" Type="http://schemas.openxmlformats.org/officeDocument/2006/relationships/customXml" Target="../ink/ink16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1.png"/><Relationship Id="rId13" Type="http://schemas.openxmlformats.org/officeDocument/2006/relationships/image" Target="../media/image66.png"/><Relationship Id="rId18" Type="http://schemas.openxmlformats.org/officeDocument/2006/relationships/image" Target="../media/image69.png"/><Relationship Id="rId3" Type="http://schemas.openxmlformats.org/officeDocument/2006/relationships/image" Target="../media/image1.png"/><Relationship Id="rId7" Type="http://schemas.openxmlformats.org/officeDocument/2006/relationships/image" Target="../media/image60.png"/><Relationship Id="rId12" Type="http://schemas.openxmlformats.org/officeDocument/2006/relationships/image" Target="../media/image65.png"/><Relationship Id="rId17" Type="http://schemas.openxmlformats.org/officeDocument/2006/relationships/image" Target="../media/image68.png"/><Relationship Id="rId2" Type="http://schemas.openxmlformats.org/officeDocument/2006/relationships/image" Target="../media/image56.png"/><Relationship Id="rId16" Type="http://schemas.openxmlformats.org/officeDocument/2006/relationships/image" Target="../media/image26.png"/><Relationship Id="rId20" Type="http://schemas.openxmlformats.org/officeDocument/2006/relationships/image" Target="../media/image70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59.png"/><Relationship Id="rId11" Type="http://schemas.openxmlformats.org/officeDocument/2006/relationships/image" Target="../media/image64.png"/><Relationship Id="rId5" Type="http://schemas.openxmlformats.org/officeDocument/2006/relationships/image" Target="../media/image58.png"/><Relationship Id="rId15" Type="http://schemas.openxmlformats.org/officeDocument/2006/relationships/image" Target="../media/image25.png"/><Relationship Id="rId10" Type="http://schemas.openxmlformats.org/officeDocument/2006/relationships/image" Target="../media/image63.png"/><Relationship Id="rId19" Type="http://schemas.openxmlformats.org/officeDocument/2006/relationships/customXml" Target="../ink/ink17.xml"/><Relationship Id="rId4" Type="http://schemas.openxmlformats.org/officeDocument/2006/relationships/image" Target="../media/image57.png"/><Relationship Id="rId9" Type="http://schemas.openxmlformats.org/officeDocument/2006/relationships/image" Target="../media/image62.png"/><Relationship Id="rId14" Type="http://schemas.openxmlformats.org/officeDocument/2006/relationships/image" Target="../media/image67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79.png"/><Relationship Id="rId13" Type="http://schemas.openxmlformats.org/officeDocument/2006/relationships/image" Target="../media/image26.png"/><Relationship Id="rId18" Type="http://schemas.openxmlformats.org/officeDocument/2006/relationships/customXml" Target="../ink/ink20.xml"/><Relationship Id="rId3" Type="http://schemas.openxmlformats.org/officeDocument/2006/relationships/image" Target="../media/image74.png"/><Relationship Id="rId21" Type="http://schemas.openxmlformats.org/officeDocument/2006/relationships/image" Target="../media/image85.png"/><Relationship Id="rId7" Type="http://schemas.openxmlformats.org/officeDocument/2006/relationships/image" Target="../media/image78.png"/><Relationship Id="rId12" Type="http://schemas.openxmlformats.org/officeDocument/2006/relationships/image" Target="../media/image25.png"/><Relationship Id="rId17" Type="http://schemas.openxmlformats.org/officeDocument/2006/relationships/image" Target="../media/image83.png"/><Relationship Id="rId2" Type="http://schemas.openxmlformats.org/officeDocument/2006/relationships/image" Target="../media/image73.png"/><Relationship Id="rId16" Type="http://schemas.openxmlformats.org/officeDocument/2006/relationships/customXml" Target="../ink/ink19.xml"/><Relationship Id="rId20" Type="http://schemas.openxmlformats.org/officeDocument/2006/relationships/customXml" Target="../ink/ink2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7.png"/><Relationship Id="rId11" Type="http://schemas.openxmlformats.org/officeDocument/2006/relationships/image" Target="../media/image1.png"/><Relationship Id="rId5" Type="http://schemas.openxmlformats.org/officeDocument/2006/relationships/image" Target="../media/image76.png"/><Relationship Id="rId15" Type="http://schemas.openxmlformats.org/officeDocument/2006/relationships/image" Target="../media/image82.png"/><Relationship Id="rId10" Type="http://schemas.openxmlformats.org/officeDocument/2006/relationships/image" Target="../media/image81.png"/><Relationship Id="rId19" Type="http://schemas.openxmlformats.org/officeDocument/2006/relationships/image" Target="../media/image84.png"/><Relationship Id="rId4" Type="http://schemas.openxmlformats.org/officeDocument/2006/relationships/image" Target="../media/image75.png"/><Relationship Id="rId9" Type="http://schemas.openxmlformats.org/officeDocument/2006/relationships/image" Target="../media/image80.png"/><Relationship Id="rId14" Type="http://schemas.openxmlformats.org/officeDocument/2006/relationships/customXml" Target="../ink/ink18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customXml" Target="../ink/ink22.xml"/><Relationship Id="rId3" Type="http://schemas.openxmlformats.org/officeDocument/2006/relationships/image" Target="../media/image87.png"/><Relationship Id="rId7" Type="http://schemas.openxmlformats.org/officeDocument/2006/relationships/image" Target="../media/image25.png"/><Relationship Id="rId2" Type="http://schemas.openxmlformats.org/officeDocument/2006/relationships/image" Target="../media/image8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png"/><Relationship Id="rId11" Type="http://schemas.openxmlformats.org/officeDocument/2006/relationships/image" Target="../media/image89.png"/><Relationship Id="rId5" Type="http://schemas.openxmlformats.org/officeDocument/2006/relationships/image" Target="../media/image81.png"/><Relationship Id="rId10" Type="http://schemas.openxmlformats.org/officeDocument/2006/relationships/customXml" Target="../ink/ink23.xml"/><Relationship Id="rId4" Type="http://schemas.openxmlformats.org/officeDocument/2006/relationships/image" Target="../media/image1.png"/><Relationship Id="rId9" Type="http://schemas.openxmlformats.org/officeDocument/2006/relationships/image" Target="../media/image88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1.png"/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customXml" Target="../ink/ink25.xml"/><Relationship Id="rId13" Type="http://schemas.openxmlformats.org/officeDocument/2006/relationships/image" Target="../media/image98.png"/><Relationship Id="rId18" Type="http://schemas.openxmlformats.org/officeDocument/2006/relationships/customXml" Target="../ink/ink30.xml"/><Relationship Id="rId26" Type="http://schemas.openxmlformats.org/officeDocument/2006/relationships/customXml" Target="../ink/ink34.xml"/><Relationship Id="rId3" Type="http://schemas.openxmlformats.org/officeDocument/2006/relationships/image" Target="../media/image93.png"/><Relationship Id="rId21" Type="http://schemas.openxmlformats.org/officeDocument/2006/relationships/image" Target="../media/image102.png"/><Relationship Id="rId7" Type="http://schemas.openxmlformats.org/officeDocument/2006/relationships/image" Target="../media/image95.png"/><Relationship Id="rId12" Type="http://schemas.openxmlformats.org/officeDocument/2006/relationships/customXml" Target="../ink/ink27.xml"/><Relationship Id="rId17" Type="http://schemas.openxmlformats.org/officeDocument/2006/relationships/image" Target="../media/image100.png"/><Relationship Id="rId25" Type="http://schemas.openxmlformats.org/officeDocument/2006/relationships/image" Target="../media/image104.png"/><Relationship Id="rId2" Type="http://schemas.openxmlformats.org/officeDocument/2006/relationships/image" Target="../media/image92.png"/><Relationship Id="rId16" Type="http://schemas.openxmlformats.org/officeDocument/2006/relationships/customXml" Target="../ink/ink29.xml"/><Relationship Id="rId20" Type="http://schemas.openxmlformats.org/officeDocument/2006/relationships/customXml" Target="../ink/ink31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24.xml"/><Relationship Id="rId11" Type="http://schemas.openxmlformats.org/officeDocument/2006/relationships/image" Target="../media/image97.png"/><Relationship Id="rId24" Type="http://schemas.openxmlformats.org/officeDocument/2006/relationships/customXml" Target="../ink/ink33.xml"/><Relationship Id="rId5" Type="http://schemas.openxmlformats.org/officeDocument/2006/relationships/image" Target="../media/image94.png"/><Relationship Id="rId15" Type="http://schemas.openxmlformats.org/officeDocument/2006/relationships/image" Target="../media/image99.png"/><Relationship Id="rId23" Type="http://schemas.openxmlformats.org/officeDocument/2006/relationships/image" Target="../media/image103.png"/><Relationship Id="rId10" Type="http://schemas.openxmlformats.org/officeDocument/2006/relationships/customXml" Target="../ink/ink26.xml"/><Relationship Id="rId19" Type="http://schemas.openxmlformats.org/officeDocument/2006/relationships/image" Target="../media/image101.png"/><Relationship Id="rId4" Type="http://schemas.openxmlformats.org/officeDocument/2006/relationships/image" Target="../media/image1.png"/><Relationship Id="rId9" Type="http://schemas.openxmlformats.org/officeDocument/2006/relationships/image" Target="../media/image96.png"/><Relationship Id="rId14" Type="http://schemas.openxmlformats.org/officeDocument/2006/relationships/customXml" Target="../ink/ink28.xml"/><Relationship Id="rId22" Type="http://schemas.openxmlformats.org/officeDocument/2006/relationships/customXml" Target="../ink/ink32.xml"/><Relationship Id="rId27" Type="http://schemas.openxmlformats.org/officeDocument/2006/relationships/image" Target="../media/image105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7.png"/><Relationship Id="rId2" Type="http://schemas.openxmlformats.org/officeDocument/2006/relationships/image" Target="../media/image106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3.png"/><Relationship Id="rId3" Type="http://schemas.openxmlformats.org/officeDocument/2006/relationships/image" Target="../media/image1.png"/><Relationship Id="rId7" Type="http://schemas.openxmlformats.org/officeDocument/2006/relationships/image" Target="../media/image112.png"/><Relationship Id="rId2" Type="http://schemas.openxmlformats.org/officeDocument/2006/relationships/image" Target="../media/image108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11.png"/><Relationship Id="rId5" Type="http://schemas.openxmlformats.org/officeDocument/2006/relationships/image" Target="../media/image110.png"/><Relationship Id="rId10" Type="http://schemas.openxmlformats.org/officeDocument/2006/relationships/image" Target="../media/image115.png"/><Relationship Id="rId4" Type="http://schemas.openxmlformats.org/officeDocument/2006/relationships/image" Target="../media/image109.png"/><Relationship Id="rId9" Type="http://schemas.openxmlformats.org/officeDocument/2006/relationships/image" Target="../media/image114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6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itle 1"/>
          <p:cNvSpPr>
            <a:spLocks noGrp="1"/>
          </p:cNvSpPr>
          <p:nvPr>
            <p:ph type="title"/>
          </p:nvPr>
        </p:nvSpPr>
        <p:spPr>
          <a:xfrm>
            <a:off x="342900" y="307975"/>
            <a:ext cx="7696200" cy="914400"/>
          </a:xfrm>
        </p:spPr>
        <p:txBody>
          <a:bodyPr/>
          <a:lstStyle/>
          <a:p>
            <a:r>
              <a:rPr lang="en-US" sz="2400" b="1" u="sng" dirty="0"/>
              <a:t>DECISION PROBLEMS</a:t>
            </a:r>
            <a:r>
              <a:rPr lang="en-US" sz="2400" dirty="0"/>
              <a:t> </a:t>
            </a:r>
            <a:br>
              <a:rPr lang="en-US" sz="2400" dirty="0"/>
            </a:br>
            <a:r>
              <a:rPr lang="en-US" sz="2400" dirty="0"/>
              <a:t>	   </a:t>
            </a:r>
            <a:r>
              <a:rPr lang="en-US" sz="2400" b="1" u="sng" dirty="0"/>
              <a:t>IN PROPOSITIONAL/PREDICATE LOGIC</a:t>
            </a:r>
          </a:p>
        </p:txBody>
      </p:sp>
      <p:sp>
        <p:nvSpPr>
          <p:cNvPr id="3075" name="Content Placeholder 4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7467600" cy="4873625"/>
          </a:xfrm>
        </p:spPr>
        <p:txBody>
          <a:bodyPr/>
          <a:lstStyle/>
          <a:p>
            <a:endParaRPr lang="en-US" dirty="0"/>
          </a:p>
        </p:txBody>
      </p:sp>
      <p:pic>
        <p:nvPicPr>
          <p:cNvPr id="3076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08988" y="76200"/>
            <a:ext cx="631825" cy="792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7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1600200"/>
            <a:ext cx="7896225" cy="441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304801"/>
            <a:ext cx="7793037" cy="1295400"/>
          </a:xfrm>
        </p:spPr>
        <p:txBody>
          <a:bodyPr/>
          <a:lstStyle/>
          <a:p>
            <a:r>
              <a:rPr lang="en-GB" sz="2400" b="1" dirty="0"/>
              <a:t>Classification: </a:t>
            </a:r>
            <a:br>
              <a:rPr lang="en-GB" sz="2400" b="1" dirty="0"/>
            </a:br>
            <a:br>
              <a:rPr lang="en-GB" sz="2400" b="1" dirty="0"/>
            </a:br>
            <a:r>
              <a:rPr lang="en-GB" sz="2400" b="1" dirty="0"/>
              <a:t>	</a:t>
            </a:r>
            <a:r>
              <a:rPr lang="en-GB" sz="2400" b="1" u="sng" dirty="0"/>
              <a:t>semantic</a:t>
            </a:r>
            <a:r>
              <a:rPr lang="en-GB" sz="2400" b="1" dirty="0"/>
              <a:t> </a:t>
            </a:r>
            <a:r>
              <a:rPr lang="en-GB" sz="2400" b="1" i="1" dirty="0"/>
              <a:t>versus</a:t>
            </a:r>
            <a:r>
              <a:rPr lang="en-GB" sz="2400" b="1" dirty="0"/>
              <a:t> </a:t>
            </a:r>
            <a:r>
              <a:rPr lang="en-GB" sz="2400" b="1" u="sng" dirty="0"/>
              <a:t>syntactic</a:t>
            </a:r>
            <a:r>
              <a:rPr lang="en-GB" sz="2400" b="1" dirty="0"/>
              <a:t> proof methods</a:t>
            </a:r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0" y="2667000"/>
            <a:ext cx="8382000" cy="3057525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08988" y="76200"/>
            <a:ext cx="631825" cy="792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7620327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2400" b="1" dirty="0"/>
              <a:t>Classification: </a:t>
            </a:r>
            <a:br>
              <a:rPr lang="en-GB" sz="2400" b="1" dirty="0"/>
            </a:br>
            <a:br>
              <a:rPr lang="en-GB" sz="2400" b="1" dirty="0"/>
            </a:br>
            <a:r>
              <a:rPr lang="en-GB" sz="2400" b="1" dirty="0"/>
              <a:t>	</a:t>
            </a:r>
            <a:r>
              <a:rPr lang="en-US" sz="2400" b="1" u="sng" dirty="0"/>
              <a:t>direct</a:t>
            </a:r>
            <a:r>
              <a:rPr lang="en-US" sz="2400" b="1" dirty="0"/>
              <a:t> </a:t>
            </a:r>
            <a:r>
              <a:rPr lang="en-US" sz="2400" b="1" i="1" dirty="0"/>
              <a:t>versus</a:t>
            </a:r>
            <a:r>
              <a:rPr lang="en-US" sz="2400" b="1" dirty="0"/>
              <a:t> </a:t>
            </a:r>
            <a:r>
              <a:rPr lang="en-US" sz="2400" b="1" u="sng" dirty="0"/>
              <a:t>refutation</a:t>
            </a:r>
            <a:r>
              <a:rPr lang="en-US" sz="2400" b="1" dirty="0"/>
              <a:t> proof methods</a:t>
            </a:r>
            <a:endParaRPr lang="en-US" sz="2400" dirty="0"/>
          </a:p>
        </p:txBody>
      </p:sp>
      <p:pic>
        <p:nvPicPr>
          <p:cNvPr id="5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58200" y="59038"/>
            <a:ext cx="631825" cy="792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799" y="2133600"/>
            <a:ext cx="8639176" cy="419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83309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>
          <a:xfrm>
            <a:off x="1150938" y="533400"/>
            <a:ext cx="7793037" cy="990600"/>
          </a:xfrm>
        </p:spPr>
        <p:txBody>
          <a:bodyPr/>
          <a:lstStyle/>
          <a:p>
            <a:pPr eaLnBrk="1" hangingPunct="1"/>
            <a:r>
              <a:rPr lang="en-US" sz="3200" dirty="0"/>
              <a:t>Semantic Tableaux Method</a:t>
            </a:r>
            <a:endParaRPr lang="ro-RO" sz="3200"/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8600" y="1981200"/>
            <a:ext cx="8686800" cy="4267200"/>
          </a:xfrm>
        </p:spPr>
        <p:txBody>
          <a:bodyPr/>
          <a:lstStyle/>
          <a:p>
            <a:pPr eaLnBrk="1" hangingPunct="1"/>
            <a:r>
              <a:rPr lang="en-US" sz="2200" dirty="0"/>
              <a:t>It was proposed as a proof method for classical logics by 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sz="2200" dirty="0"/>
              <a:t>    R. </a:t>
            </a:r>
            <a:r>
              <a:rPr lang="en-US" sz="2200" dirty="0" err="1"/>
              <a:t>Smullyan</a:t>
            </a:r>
            <a:r>
              <a:rPr lang="en-US" sz="2200" dirty="0"/>
              <a:t> in 1968.</a:t>
            </a:r>
          </a:p>
          <a:p>
            <a:pPr eaLnBrk="1" hangingPunct="1"/>
            <a:endParaRPr lang="en-US" sz="400" dirty="0"/>
          </a:p>
          <a:p>
            <a:pPr eaLnBrk="1" hangingPunct="1"/>
            <a:r>
              <a:rPr lang="en-US" sz="2200" dirty="0"/>
              <a:t>Dedicated theorem </a:t>
            </a:r>
            <a:r>
              <a:rPr lang="en-US" sz="2200" dirty="0" err="1"/>
              <a:t>provers</a:t>
            </a:r>
            <a:r>
              <a:rPr lang="en-US" sz="2200" dirty="0"/>
              <a:t>: 3TAP, </a:t>
            </a:r>
            <a:r>
              <a:rPr lang="en-US" sz="2200" dirty="0" err="1"/>
              <a:t>pTAP</a:t>
            </a:r>
            <a:r>
              <a:rPr lang="en-US" sz="2200" dirty="0"/>
              <a:t>, </a:t>
            </a:r>
            <a:r>
              <a:rPr lang="en-US" sz="2200" dirty="0" err="1"/>
              <a:t>leanTAP</a:t>
            </a:r>
            <a:r>
              <a:rPr lang="en-US" sz="2200" dirty="0"/>
              <a:t>, Cassandra.</a:t>
            </a:r>
          </a:p>
          <a:p>
            <a:pPr eaLnBrk="1" hangingPunct="1"/>
            <a:endParaRPr lang="en-US" sz="400" dirty="0"/>
          </a:p>
          <a:p>
            <a:pPr eaLnBrk="1" hangingPunct="1"/>
            <a:r>
              <a:rPr lang="en-US" sz="2200" dirty="0"/>
              <a:t>It was easily adapted to </a:t>
            </a:r>
            <a:r>
              <a:rPr lang="en-US" sz="2200" i="1" dirty="0"/>
              <a:t>nonstandard logics</a:t>
            </a:r>
            <a:r>
              <a:rPr lang="en-US" sz="2200" dirty="0"/>
              <a:t> (modal, temporal, many-valued, non-monotonic).</a:t>
            </a:r>
          </a:p>
          <a:p>
            <a:pPr eaLnBrk="1" hangingPunct="1"/>
            <a:endParaRPr lang="en-US" sz="400" dirty="0"/>
          </a:p>
          <a:p>
            <a:pPr eaLnBrk="1" hangingPunct="1"/>
            <a:r>
              <a:rPr lang="en-US" sz="2200" dirty="0"/>
              <a:t>It is based on semantic considerations =&gt; </a:t>
            </a:r>
            <a:r>
              <a:rPr lang="en-US" sz="2200" b="1" i="1" dirty="0"/>
              <a:t>semantic method.</a:t>
            </a:r>
          </a:p>
          <a:p>
            <a:pPr eaLnBrk="1" hangingPunct="1"/>
            <a:endParaRPr lang="en-US" sz="400" b="1" i="1" dirty="0"/>
          </a:p>
          <a:p>
            <a:pPr eaLnBrk="1" hangingPunct="1"/>
            <a:r>
              <a:rPr lang="en-GB" sz="2200" dirty="0"/>
              <a:t>Its basic aim is to decide </a:t>
            </a:r>
            <a:r>
              <a:rPr lang="en-GB" sz="2200" b="1" i="1" dirty="0"/>
              <a:t>consistency</a:t>
            </a:r>
            <a:r>
              <a:rPr lang="en-GB" sz="2200" dirty="0"/>
              <a:t>  and to find all the models of a formula by decomposing the formula in sub-formulas.</a:t>
            </a:r>
          </a:p>
          <a:p>
            <a:pPr eaLnBrk="1" hangingPunct="1"/>
            <a:endParaRPr lang="en-GB" sz="400" dirty="0"/>
          </a:p>
          <a:p>
            <a:pPr eaLnBrk="1" hangingPunct="1"/>
            <a:r>
              <a:rPr lang="en-GB" sz="2200" dirty="0"/>
              <a:t>The </a:t>
            </a:r>
            <a:r>
              <a:rPr lang="en-GB" sz="2200" b="1" i="1" dirty="0"/>
              <a:t>validity</a:t>
            </a:r>
            <a:r>
              <a:rPr lang="en-GB" sz="2200" dirty="0"/>
              <a:t> of a formula </a:t>
            </a:r>
            <a:r>
              <a:rPr lang="en-GB" sz="2200" b="1" dirty="0"/>
              <a:t>is proved by contradiction</a:t>
            </a:r>
            <a:r>
              <a:rPr lang="en-GB" sz="2200" dirty="0"/>
              <a:t>=&gt; 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GB" sz="2200" b="1" i="1" dirty="0"/>
              <a:t>                                                              </a:t>
            </a:r>
            <a:r>
              <a:rPr lang="en-GB" sz="2200" dirty="0"/>
              <a:t>=&gt;</a:t>
            </a:r>
            <a:r>
              <a:rPr lang="en-GB" sz="2200" b="1" i="1" dirty="0"/>
              <a:t> refutation method.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ro-RO" sz="2200" b="1" i="1" dirty="0"/>
          </a:p>
        </p:txBody>
      </p:sp>
      <p:pic>
        <p:nvPicPr>
          <p:cNvPr id="4100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08988" y="76200"/>
            <a:ext cx="631825" cy="792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>
          <a:xfrm>
            <a:off x="879475" y="152400"/>
            <a:ext cx="8610600" cy="700088"/>
          </a:xfrm>
        </p:spPr>
        <p:txBody>
          <a:bodyPr/>
          <a:lstStyle/>
          <a:p>
            <a:pPr eaLnBrk="1" hangingPunct="1"/>
            <a:r>
              <a:rPr lang="en-US" sz="2400" b="1"/>
              <a:t>Decomposition rules for </a:t>
            </a:r>
            <a:r>
              <a:rPr lang="en-US" sz="2400" b="1" i="1"/>
              <a:t>propositional formulas</a:t>
            </a:r>
            <a:endParaRPr lang="ro-RO" sz="2400" b="1" i="1"/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endParaRPr lang="en-US"/>
          </a:p>
        </p:txBody>
      </p:sp>
      <p:pic>
        <p:nvPicPr>
          <p:cNvPr id="5124" name="Picture 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8525" y="1157288"/>
            <a:ext cx="8001000" cy="5076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125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5875"/>
            <a:ext cx="631825" cy="792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214313"/>
            <a:ext cx="8686800" cy="852487"/>
          </a:xfrm>
        </p:spPr>
        <p:txBody>
          <a:bodyPr/>
          <a:lstStyle/>
          <a:p>
            <a:pPr eaLnBrk="1" hangingPunct="1"/>
            <a:r>
              <a:rPr lang="en-US" sz="2800" b="1"/>
              <a:t>    Decomposition rules for </a:t>
            </a:r>
            <a:r>
              <a:rPr lang="en-US" sz="2800" b="1" i="1"/>
              <a:t>predicate formulas</a:t>
            </a:r>
            <a:endParaRPr lang="ro-RO" sz="2800" b="1" i="1"/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endParaRPr lang="en-US"/>
          </a:p>
        </p:txBody>
      </p:sp>
      <p:pic>
        <p:nvPicPr>
          <p:cNvPr id="6148" name="Picture 7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1749" y="1371600"/>
            <a:ext cx="8153400" cy="495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49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5875"/>
            <a:ext cx="631825" cy="792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>
          <a:xfrm>
            <a:off x="914400" y="214313"/>
            <a:ext cx="8029575" cy="1157287"/>
          </a:xfrm>
        </p:spPr>
        <p:txBody>
          <a:bodyPr/>
          <a:lstStyle/>
          <a:p>
            <a:pPr marL="838200" indent="-838200" eaLnBrk="1" hangingPunct="1"/>
            <a:r>
              <a:rPr lang="en-GB" sz="3200" b="1"/>
              <a:t>Construction of a semantic tableau</a:t>
            </a:r>
            <a:endParaRPr lang="ro-RO" sz="3200" b="1"/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0" y="2057400"/>
            <a:ext cx="8610600" cy="4495800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GB"/>
              <a:t>   </a:t>
            </a:r>
            <a:endParaRPr lang="ro-RO"/>
          </a:p>
        </p:txBody>
      </p:sp>
      <p:pic>
        <p:nvPicPr>
          <p:cNvPr id="7172" name="Picture 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1905000"/>
            <a:ext cx="7924800" cy="441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173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0" y="76200"/>
            <a:ext cx="631825" cy="792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endParaRPr lang="en-US"/>
          </a:p>
        </p:txBody>
      </p:sp>
      <p:pic>
        <p:nvPicPr>
          <p:cNvPr id="8197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71952" y="30192"/>
            <a:ext cx="631825" cy="792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1082" y="822354"/>
            <a:ext cx="8264974" cy="501015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>
          <a:xfrm>
            <a:off x="1150938" y="214313"/>
            <a:ext cx="7793037" cy="700087"/>
          </a:xfrm>
        </p:spPr>
        <p:txBody>
          <a:bodyPr/>
          <a:lstStyle/>
          <a:p>
            <a:pPr eaLnBrk="1" hangingPunct="1"/>
            <a:r>
              <a:rPr lang="en-US" sz="2400" b="1" u="sng"/>
              <a:t>Models of a formula</a:t>
            </a:r>
            <a:endParaRPr lang="ro-RO" sz="2400" b="1" u="sng"/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endParaRPr lang="en-US"/>
          </a:p>
        </p:txBody>
      </p:sp>
      <p:pic>
        <p:nvPicPr>
          <p:cNvPr id="9220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990600"/>
            <a:ext cx="8153400" cy="5257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221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58200" y="47625"/>
            <a:ext cx="631825" cy="792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>
          <a:xfrm>
            <a:off x="990600" y="1003300"/>
            <a:ext cx="8534400" cy="762000"/>
          </a:xfrm>
        </p:spPr>
        <p:txBody>
          <a:bodyPr/>
          <a:lstStyle/>
          <a:p>
            <a:pPr eaLnBrk="1" hangingPunct="1"/>
            <a:r>
              <a:rPr lang="en-US" sz="2400" b="1" u="sng" dirty="0"/>
              <a:t>Theorems </a:t>
            </a:r>
            <a:br>
              <a:rPr lang="en-US" sz="2400" b="1" u="sng" dirty="0"/>
            </a:br>
            <a:br>
              <a:rPr lang="en-US" sz="2400" b="1" u="sng" dirty="0"/>
            </a:br>
            <a:r>
              <a:rPr lang="en-US" sz="2000" b="1" dirty="0"/>
              <a:t>Semantic tableaux method – a </a:t>
            </a:r>
            <a:r>
              <a:rPr lang="en-US" sz="2000" b="1" i="1" dirty="0"/>
              <a:t>refutation</a:t>
            </a:r>
            <a:r>
              <a:rPr lang="en-US" sz="2000" b="1" dirty="0"/>
              <a:t> proof method</a:t>
            </a:r>
            <a:endParaRPr lang="ro-RO" sz="2000" b="1" dirty="0"/>
          </a:p>
        </p:txBody>
      </p:sp>
      <p:sp>
        <p:nvSpPr>
          <p:cNvPr id="102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endParaRPr lang="en-US"/>
          </a:p>
        </p:txBody>
      </p:sp>
      <p:pic>
        <p:nvPicPr>
          <p:cNvPr id="10245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23288" y="30163"/>
            <a:ext cx="631825" cy="793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7446" y="1981200"/>
            <a:ext cx="7815842" cy="4151313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/>
              <a:t>Predicate logic - undecidable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" y="1860550"/>
            <a:ext cx="8201891" cy="2438400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6318" y="4475911"/>
            <a:ext cx="8392881" cy="1924889"/>
          </a:xfrm>
          <a:prstGeom prst="rect">
            <a:avLst/>
          </a:prstGeom>
        </p:spPr>
      </p:pic>
      <p:pic>
        <p:nvPicPr>
          <p:cNvPr id="5" name="Picture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23288" y="30163"/>
            <a:ext cx="631825" cy="793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0432853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769" y="914400"/>
            <a:ext cx="6240462" cy="319087"/>
          </a:xfrm>
        </p:spPr>
        <p:txBody>
          <a:bodyPr/>
          <a:lstStyle/>
          <a:p>
            <a:r>
              <a:rPr lang="en-US" sz="3200" dirty="0"/>
              <a:t>Theoretical results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600200"/>
            <a:ext cx="8686800" cy="457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045191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0461" y="152400"/>
            <a:ext cx="1276350" cy="409575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58200" y="4763"/>
            <a:ext cx="631825" cy="792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76696" y="152400"/>
            <a:ext cx="6258798" cy="533474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95400" y="838200"/>
            <a:ext cx="5849166" cy="733527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19600" y="1571727"/>
            <a:ext cx="1829055" cy="73352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424643" y="2324306"/>
            <a:ext cx="1857634" cy="714475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305191" y="1543148"/>
            <a:ext cx="1914792" cy="781159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305191" y="2346429"/>
            <a:ext cx="1819529" cy="981212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829621" y="1775155"/>
            <a:ext cx="838317" cy="381053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277452" y="1657425"/>
            <a:ext cx="838317" cy="381053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466874" y="1757490"/>
            <a:ext cx="838317" cy="381053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297858" y="3237070"/>
            <a:ext cx="5944430" cy="1200318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317523" y="4473197"/>
            <a:ext cx="5953956" cy="1467055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95400" y="5925866"/>
            <a:ext cx="6058746" cy="628738"/>
          </a:xfrm>
          <a:prstGeom prst="rect">
            <a:avLst/>
          </a:prstGeom>
        </p:spPr>
      </p:pic>
      <p:pic>
        <p:nvPicPr>
          <p:cNvPr id="19" name="Picture 18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867650" y="4503049"/>
            <a:ext cx="1181100" cy="1065212"/>
          </a:xfrm>
          <a:prstGeom prst="rect">
            <a:avLst/>
          </a:prstGeom>
        </p:spPr>
      </p:pic>
      <p:pic>
        <p:nvPicPr>
          <p:cNvPr id="20" name="Picture 19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835494" y="2777733"/>
            <a:ext cx="1143000" cy="1501752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983427" y="867578"/>
            <a:ext cx="790685" cy="25721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7935795" y="1124789"/>
            <a:ext cx="838317" cy="132508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</p:pic>
    </p:spTree>
    <p:extLst>
      <p:ext uri="{BB962C8B-B14F-4D97-AF65-F5344CB8AC3E}">
        <p14:creationId xmlns:p14="http://schemas.microsoft.com/office/powerpoint/2010/main" val="15011081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>
          <a:xfrm>
            <a:off x="949325" y="803275"/>
            <a:ext cx="8181975" cy="838200"/>
          </a:xfrm>
        </p:spPr>
        <p:txBody>
          <a:bodyPr/>
          <a:lstStyle/>
          <a:p>
            <a:pPr eaLnBrk="1" hangingPunct="1"/>
            <a:r>
              <a:rPr lang="en-US" sz="2200" b="1" u="sng"/>
              <a:t>Example 3</a:t>
            </a:r>
            <a:r>
              <a:rPr lang="en-US" sz="2200"/>
              <a:t>. </a:t>
            </a:r>
            <a:br>
              <a:rPr lang="en-US" sz="2200"/>
            </a:br>
            <a:r>
              <a:rPr lang="en-US" sz="2200"/>
              <a:t>Prove the validity of</a:t>
            </a:r>
            <a:br>
              <a:rPr lang="en-US" sz="2200"/>
            </a:br>
            <a:endParaRPr lang="ro-RO" sz="2200"/>
          </a:p>
        </p:txBody>
      </p:sp>
      <p:pic>
        <p:nvPicPr>
          <p:cNvPr id="12291" name="Picture 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0" y="914400"/>
            <a:ext cx="31242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0200" y="1381125"/>
            <a:ext cx="554355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759075" y="3067050"/>
            <a:ext cx="3676650" cy="952500"/>
          </a:xfr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16200" y="2073275"/>
            <a:ext cx="3962400" cy="962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39988" y="4070350"/>
            <a:ext cx="4314825" cy="733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90788" y="4495800"/>
            <a:ext cx="4214812" cy="719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8713" y="5249863"/>
            <a:ext cx="6486525" cy="1028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298" name="Picture 3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05800" y="122238"/>
            <a:ext cx="631825" cy="792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794626" y="1004094"/>
            <a:ext cx="1143000" cy="1501752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848600" y="2819400"/>
            <a:ext cx="1181100" cy="1065212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8BD01F25-338A-90DB-6A1A-DFE95661D637}"/>
                  </a:ext>
                </a:extLst>
              </p14:cNvPr>
              <p14:cNvContentPartPr/>
              <p14:nvPr/>
            </p14:nvContentPartPr>
            <p14:xfrm>
              <a:off x="3835440" y="4406760"/>
              <a:ext cx="336960" cy="2592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8BD01F25-338A-90DB-6A1A-DFE95661D637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3819600" y="4343400"/>
                <a:ext cx="368280" cy="152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A2A237A4-5F92-FBBB-6E27-14F669D97B73}"/>
                  </a:ext>
                </a:extLst>
              </p14:cNvPr>
              <p14:cNvContentPartPr/>
              <p14:nvPr/>
            </p14:nvContentPartPr>
            <p14:xfrm>
              <a:off x="4019400" y="3854520"/>
              <a:ext cx="425880" cy="70200"/>
            </p14:xfrm>
          </p:contentPart>
        </mc:Choice>
        <mc:Fallback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A2A237A4-5F92-FBBB-6E27-14F669D97B73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4003560" y="3791160"/>
                <a:ext cx="457200" cy="196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C9273B24-58E0-8775-C6CB-4A42CB8111DE}"/>
                  </a:ext>
                </a:extLst>
              </p14:cNvPr>
              <p14:cNvContentPartPr/>
              <p14:nvPr/>
            </p14:nvContentPartPr>
            <p14:xfrm>
              <a:off x="4064040" y="4794120"/>
              <a:ext cx="235440" cy="45000"/>
            </p14:xfrm>
          </p:contentPart>
        </mc:Choice>
        <mc:Fallback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C9273B24-58E0-8775-C6CB-4A42CB8111DE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4048200" y="4730760"/>
                <a:ext cx="266760" cy="171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750C19D3-2E34-2FFB-6B72-5CB6A394C556}"/>
                  </a:ext>
                </a:extLst>
              </p14:cNvPr>
              <p14:cNvContentPartPr/>
              <p14:nvPr/>
            </p14:nvContentPartPr>
            <p14:xfrm>
              <a:off x="4419720" y="4400640"/>
              <a:ext cx="279720" cy="25560"/>
            </p14:xfrm>
          </p:contentPart>
        </mc:Choice>
        <mc:Fallback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750C19D3-2E34-2FFB-6B72-5CB6A394C556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4403880" y="4337280"/>
                <a:ext cx="311040" cy="152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DBFB2636-7BC0-F9EB-992F-A56408498443}"/>
                  </a:ext>
                </a:extLst>
              </p14:cNvPr>
              <p14:cNvContentPartPr/>
              <p14:nvPr/>
            </p14:nvContentPartPr>
            <p14:xfrm>
              <a:off x="4660920" y="4807080"/>
              <a:ext cx="228960" cy="32040"/>
            </p14:xfrm>
          </p:contentPart>
        </mc:Choice>
        <mc:Fallback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DBFB2636-7BC0-F9EB-992F-A56408498443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4645080" y="4743720"/>
                <a:ext cx="260280" cy="158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3F3A16D8-F5D4-251B-06D5-A7E440124DE0}"/>
                  </a:ext>
                </a:extLst>
              </p14:cNvPr>
              <p14:cNvContentPartPr/>
              <p14:nvPr/>
            </p14:nvContentPartPr>
            <p14:xfrm>
              <a:off x="5118120" y="5587920"/>
              <a:ext cx="546480" cy="64080"/>
            </p14:xfrm>
          </p:contentPart>
        </mc:Choice>
        <mc:Fallback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3F3A16D8-F5D4-251B-06D5-A7E440124DE0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5102280" y="5524560"/>
                <a:ext cx="577800" cy="190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B0F39C2A-ED7A-2C0B-3836-CC5218F24BE1}"/>
                  </a:ext>
                </a:extLst>
              </p14:cNvPr>
              <p14:cNvContentPartPr/>
              <p14:nvPr/>
            </p14:nvContentPartPr>
            <p14:xfrm>
              <a:off x="3460680" y="5575320"/>
              <a:ext cx="552960" cy="82800"/>
            </p14:xfrm>
          </p:contentPart>
        </mc:Choice>
        <mc:Fallback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B0F39C2A-ED7A-2C0B-3836-CC5218F24BE1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3444840" y="5511960"/>
                <a:ext cx="584280" cy="209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6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676F3A39-83B1-6579-6966-1360F0475CB1}"/>
                  </a:ext>
                </a:extLst>
              </p14:cNvPr>
              <p14:cNvContentPartPr/>
              <p14:nvPr/>
            </p14:nvContentPartPr>
            <p14:xfrm>
              <a:off x="4267080" y="5524560"/>
              <a:ext cx="552960" cy="140040"/>
            </p14:xfrm>
          </p:contentPart>
        </mc:Choice>
        <mc:Fallback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676F3A39-83B1-6579-6966-1360F0475CB1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4251240" y="5461200"/>
                <a:ext cx="584280" cy="2667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290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400" dirty="0"/>
              <a:t>Example 2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58200" y="4763"/>
            <a:ext cx="631825" cy="792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152400"/>
            <a:ext cx="1778000" cy="38100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9233" y="945356"/>
            <a:ext cx="8477250" cy="4895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289020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52400"/>
            <a:ext cx="1200150" cy="257175"/>
          </a:xfrm>
          <a:prstGeom prst="rect">
            <a:avLst/>
          </a:prstGeom>
        </p:spPr>
      </p:pic>
      <p:pic>
        <p:nvPicPr>
          <p:cNvPr id="6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58200" y="4763"/>
            <a:ext cx="631825" cy="792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00200" y="139817"/>
            <a:ext cx="5962650" cy="589597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00200" y="6096000"/>
            <a:ext cx="6086475" cy="53340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94626" y="1004094"/>
            <a:ext cx="1143000" cy="1501752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48600" y="2819400"/>
            <a:ext cx="1181100" cy="1065212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C33A1B04-4DF8-E495-F150-C4624CE3A526}"/>
                  </a:ext>
                </a:extLst>
              </p14:cNvPr>
              <p14:cNvContentPartPr/>
              <p14:nvPr/>
            </p14:nvContentPartPr>
            <p14:xfrm>
              <a:off x="3137040" y="4508640"/>
              <a:ext cx="381240" cy="6372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C33A1B04-4DF8-E495-F150-C4624CE3A526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3121200" y="4445280"/>
                <a:ext cx="412560" cy="190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FA8DC4BA-F978-2B6C-16DD-508A8FF219A3}"/>
                  </a:ext>
                </a:extLst>
              </p14:cNvPr>
              <p14:cNvContentPartPr/>
              <p14:nvPr/>
            </p14:nvContentPartPr>
            <p14:xfrm>
              <a:off x="3594240" y="4952880"/>
              <a:ext cx="209880" cy="38520"/>
            </p14:xfrm>
          </p:contentPart>
        </mc:Choice>
        <mc:Fallback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FA8DC4BA-F978-2B6C-16DD-508A8FF219A3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3578400" y="4889520"/>
                <a:ext cx="241200" cy="165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55E26807-BE47-421E-5D11-3EC5274A3D45}"/>
                  </a:ext>
                </a:extLst>
              </p14:cNvPr>
              <p14:cNvContentPartPr/>
              <p14:nvPr/>
            </p14:nvContentPartPr>
            <p14:xfrm>
              <a:off x="3657600" y="4965840"/>
              <a:ext cx="127440" cy="12960"/>
            </p14:xfrm>
          </p:contentPart>
        </mc:Choice>
        <mc:Fallback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55E26807-BE47-421E-5D11-3EC5274A3D45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3641760" y="4902480"/>
                <a:ext cx="158760" cy="139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323A9FAB-5A92-C61D-34E9-20AE8949F256}"/>
                  </a:ext>
                </a:extLst>
              </p14:cNvPr>
              <p14:cNvContentPartPr/>
              <p14:nvPr/>
            </p14:nvContentPartPr>
            <p14:xfrm>
              <a:off x="1803240" y="5899320"/>
              <a:ext cx="572040" cy="120960"/>
            </p14:xfrm>
          </p:contentPart>
        </mc:Choice>
        <mc:Fallback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323A9FAB-5A92-C61D-34E9-20AE8949F256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1787400" y="5835960"/>
                <a:ext cx="603360" cy="247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A345D179-13DF-B64B-07E3-CBDFE9ED414E}"/>
                  </a:ext>
                </a:extLst>
              </p14:cNvPr>
              <p14:cNvContentPartPr/>
              <p14:nvPr/>
            </p14:nvContentPartPr>
            <p14:xfrm>
              <a:off x="4006800" y="3676680"/>
              <a:ext cx="317880" cy="19440"/>
            </p14:xfrm>
          </p:contentPart>
        </mc:Choice>
        <mc:Fallback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A345D179-13DF-B64B-07E3-CBDFE9ED414E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3990960" y="3613320"/>
                <a:ext cx="349200" cy="146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896D5223-63B3-B804-C490-E8586991244A}"/>
                  </a:ext>
                </a:extLst>
              </p14:cNvPr>
              <p14:cNvContentPartPr/>
              <p14:nvPr/>
            </p14:nvContentPartPr>
            <p14:xfrm>
              <a:off x="4521240" y="4102200"/>
              <a:ext cx="273240" cy="19440"/>
            </p14:xfrm>
          </p:contentPart>
        </mc:Choice>
        <mc:Fallback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896D5223-63B3-B804-C490-E8586991244A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4505400" y="4038840"/>
                <a:ext cx="304560" cy="146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F6A2E28B-B47F-5455-3E2A-1982B06695CF}"/>
                  </a:ext>
                </a:extLst>
              </p14:cNvPr>
              <p14:cNvContentPartPr/>
              <p14:nvPr/>
            </p14:nvContentPartPr>
            <p14:xfrm>
              <a:off x="3263760" y="5911920"/>
              <a:ext cx="552960" cy="44640"/>
            </p14:xfrm>
          </p:contentPart>
        </mc:Choice>
        <mc:Fallback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F6A2E28B-B47F-5455-3E2A-1982B06695CF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3247920" y="5848560"/>
                <a:ext cx="584280" cy="171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2BBFB1C9-BD92-0196-940E-6D60ED071A82}"/>
                  </a:ext>
                </a:extLst>
              </p14:cNvPr>
              <p14:cNvContentPartPr/>
              <p14:nvPr/>
            </p14:nvContentPartPr>
            <p14:xfrm>
              <a:off x="2463840" y="3206880"/>
              <a:ext cx="1924200" cy="2826000"/>
            </p14:xfrm>
          </p:contentPart>
        </mc:Choice>
        <mc:Fallback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2BBFB1C9-BD92-0196-940E-6D60ED071A82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2454480" y="3197520"/>
                <a:ext cx="1942920" cy="28447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51272571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4030" y="76200"/>
            <a:ext cx="7793037" cy="430917"/>
          </a:xfrm>
        </p:spPr>
        <p:txBody>
          <a:bodyPr/>
          <a:lstStyle/>
          <a:p>
            <a:r>
              <a:rPr lang="en-US" sz="2000" b="1" u="sng" dirty="0"/>
              <a:t>Example 4</a:t>
            </a:r>
            <a:r>
              <a:rPr lang="en-US" sz="2000" b="1" dirty="0"/>
              <a:t>.</a:t>
            </a:r>
            <a:r>
              <a:rPr lang="en-US" sz="2000" dirty="0"/>
              <a:t> Build two different semantic tableaux for the formula: 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0773" y="497368"/>
            <a:ext cx="4019550" cy="314325"/>
          </a:xfrm>
          <a:prstGeom prst="rect">
            <a:avLst/>
          </a:prstGeom>
        </p:spPr>
      </p:pic>
      <p:pic>
        <p:nvPicPr>
          <p:cNvPr id="7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12175" y="17463"/>
            <a:ext cx="631825" cy="792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1907" y="952866"/>
            <a:ext cx="8192643" cy="2057687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7535" y="2999037"/>
            <a:ext cx="3419952" cy="895475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24400" y="3008564"/>
            <a:ext cx="3467584" cy="438211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7200" y="3904039"/>
            <a:ext cx="3439005" cy="438211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43453" y="3446775"/>
            <a:ext cx="3448531" cy="609685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38147" y="4342250"/>
            <a:ext cx="3439005" cy="628738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724400" y="4038600"/>
            <a:ext cx="3458058" cy="1038370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57200" y="4971861"/>
            <a:ext cx="3410426" cy="1352739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766198" y="5049583"/>
            <a:ext cx="3391373" cy="1238423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479533" y="1425138"/>
            <a:ext cx="522495" cy="1113142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429562" y="1144911"/>
            <a:ext cx="622439" cy="245902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265838" y="4303205"/>
            <a:ext cx="906694" cy="928615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173420" y="2655721"/>
            <a:ext cx="999487" cy="1313195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273638" y="5543048"/>
            <a:ext cx="834029" cy="744958"/>
          </a:xfrm>
          <a:prstGeom prst="rect">
            <a:avLst/>
          </a:prstGeom>
        </p:spPr>
      </p:pic>
      <p:pic>
        <p:nvPicPr>
          <p:cNvPr id="19" name="Picture 18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354550" y="5315996"/>
            <a:ext cx="630721" cy="215187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19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C6BD6403-1146-DCA0-EF85-CCA00B6F2F71}"/>
                  </a:ext>
                </a:extLst>
              </p14:cNvPr>
              <p14:cNvContentPartPr/>
              <p14:nvPr/>
            </p14:nvContentPartPr>
            <p14:xfrm>
              <a:off x="444600" y="3251160"/>
              <a:ext cx="7251840" cy="2743560"/>
            </p14:xfrm>
          </p:contentPart>
        </mc:Choice>
        <mc:Fallback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C6BD6403-1146-DCA0-EF85-CCA00B6F2F71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435240" y="3241800"/>
                <a:ext cx="7270560" cy="27622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304703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" grpId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0"/>
            <a:ext cx="7793037" cy="1004887"/>
          </a:xfrm>
        </p:spPr>
        <p:txBody>
          <a:bodyPr/>
          <a:lstStyle/>
          <a:p>
            <a:r>
              <a:rPr lang="en-US" sz="3200" b="1" i="1" dirty="0"/>
              <a:t>Famous Aristotle Quotes</a:t>
            </a:r>
            <a:endParaRPr lang="en-US" sz="320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1295400"/>
            <a:ext cx="7924800" cy="518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465431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1150938" y="214313"/>
            <a:ext cx="7793037" cy="623887"/>
          </a:xfrm>
        </p:spPr>
        <p:txBody>
          <a:bodyPr/>
          <a:lstStyle/>
          <a:p>
            <a:pPr eaLnBrk="1" hangingPunct="1"/>
            <a:r>
              <a:rPr lang="en-US" sz="2400" u="sng"/>
              <a:t>Example 5:</a:t>
            </a:r>
            <a:endParaRPr lang="ro-RO" sz="2400" u="sng"/>
          </a:p>
        </p:txBody>
      </p:sp>
      <p:sp>
        <p:nvSpPr>
          <p:cNvPr id="143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endParaRPr lang="en-US"/>
          </a:p>
        </p:txBody>
      </p:sp>
      <p:pic>
        <p:nvPicPr>
          <p:cNvPr id="14340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600" y="1066800"/>
            <a:ext cx="7391400" cy="5029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341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12175" y="11113"/>
            <a:ext cx="631825" cy="792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4051" y="5842386"/>
            <a:ext cx="6324599" cy="8674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52600" y="76200"/>
            <a:ext cx="6838950" cy="333375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67050" y="409575"/>
            <a:ext cx="5876925" cy="1013263"/>
          </a:xfrm>
          <a:prstGeom prst="rect">
            <a:avLst/>
          </a:prstGeom>
          <a:solidFill>
            <a:srgbClr val="FFFF00"/>
          </a:solidFill>
          <a:ln>
            <a:noFill/>
          </a:ln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52800" y="1445929"/>
            <a:ext cx="4724400" cy="962541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91001" y="2476320"/>
            <a:ext cx="4114800" cy="544242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962400" y="3020562"/>
            <a:ext cx="5181600" cy="100089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656351" y="3982786"/>
            <a:ext cx="5472113" cy="859044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819400" y="4829123"/>
            <a:ext cx="4343400" cy="943819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32922" y="2357152"/>
            <a:ext cx="2153077" cy="3357848"/>
          </a:xfrm>
          <a:prstGeom prst="rect">
            <a:avLst/>
          </a:prstGeom>
        </p:spPr>
      </p:pic>
      <p:pic>
        <p:nvPicPr>
          <p:cNvPr id="11" name="Picture 3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2700"/>
            <a:ext cx="631825" cy="793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96962" y="849529"/>
            <a:ext cx="1019681" cy="919631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07445" y="868358"/>
            <a:ext cx="1036182" cy="1361407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14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0AB97B76-2057-9210-A741-62176CDE4635}"/>
                  </a:ext>
                </a:extLst>
              </p14:cNvPr>
              <p14:cNvContentPartPr/>
              <p14:nvPr/>
            </p14:nvContentPartPr>
            <p14:xfrm>
              <a:off x="5315040" y="5289480"/>
              <a:ext cx="622440" cy="76680"/>
            </p14:xfrm>
          </p:contentPart>
        </mc:Choice>
        <mc:Fallback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0AB97B76-2057-9210-A741-62176CDE4635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5299200" y="5226120"/>
                <a:ext cx="653760" cy="203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35BEE201-9309-50A5-813A-A3CB1FB0C91B}"/>
                  </a:ext>
                </a:extLst>
              </p14:cNvPr>
              <p14:cNvContentPartPr/>
              <p14:nvPr/>
            </p14:nvContentPartPr>
            <p14:xfrm>
              <a:off x="4495680" y="2908440"/>
              <a:ext cx="641880" cy="95400"/>
            </p14:xfrm>
          </p:contentPart>
        </mc:Choice>
        <mc:Fallback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35BEE201-9309-50A5-813A-A3CB1FB0C91B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4479840" y="2845080"/>
                <a:ext cx="673200" cy="222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5167B73C-295A-4AEA-7953-CB932E7EDEDC}"/>
                  </a:ext>
                </a:extLst>
              </p14:cNvPr>
              <p14:cNvContentPartPr/>
              <p14:nvPr/>
            </p14:nvContentPartPr>
            <p14:xfrm>
              <a:off x="4578480" y="3467160"/>
              <a:ext cx="603360" cy="95400"/>
            </p14:xfrm>
          </p:contentPart>
        </mc:Choice>
        <mc:Fallback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5167B73C-295A-4AEA-7953-CB932E7EDEDC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4562640" y="3403800"/>
                <a:ext cx="634680" cy="222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74F0E188-88EE-6E02-BEE2-63D61530898F}"/>
                  </a:ext>
                </a:extLst>
              </p14:cNvPr>
              <p14:cNvContentPartPr/>
              <p14:nvPr/>
            </p14:nvContentPartPr>
            <p14:xfrm>
              <a:off x="4133880" y="5276880"/>
              <a:ext cx="686160" cy="120960"/>
            </p14:xfrm>
          </p:contentPart>
        </mc:Choice>
        <mc:Fallback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74F0E188-88EE-6E02-BEE2-63D61530898F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4118040" y="5213520"/>
                <a:ext cx="717480" cy="2476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6675640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>
          <a:xfrm>
            <a:off x="990600" y="312738"/>
            <a:ext cx="7793038" cy="1462087"/>
          </a:xfrm>
        </p:spPr>
        <p:txBody>
          <a:bodyPr/>
          <a:lstStyle/>
          <a:p>
            <a:pPr eaLnBrk="1" hangingPunct="1"/>
            <a:endParaRPr lang="en-US" dirty="0"/>
          </a:p>
        </p:txBody>
      </p:sp>
      <p:sp>
        <p:nvSpPr>
          <p:cNvPr id="163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endParaRPr lang="en-US" dirty="0"/>
          </a:p>
        </p:txBody>
      </p:sp>
      <p:pic>
        <p:nvPicPr>
          <p:cNvPr id="16388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82775" y="5116444"/>
            <a:ext cx="6629400" cy="936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389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2288" y="257452"/>
            <a:ext cx="7162800" cy="47796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390" name="Picture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12175" y="68263"/>
            <a:ext cx="631825" cy="792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761" y="257452"/>
            <a:ext cx="1928078" cy="3251268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631" y="3675731"/>
            <a:ext cx="1036182" cy="1361407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6132" y="5204149"/>
            <a:ext cx="1019681" cy="919631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AB2A4127-A0E7-9F2A-EE39-30A6AAA431F0}"/>
                  </a:ext>
                </a:extLst>
              </p14:cNvPr>
              <p14:cNvContentPartPr/>
              <p14:nvPr/>
            </p14:nvContentPartPr>
            <p14:xfrm>
              <a:off x="4838760" y="3085920"/>
              <a:ext cx="622440" cy="18468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AB2A4127-A0E7-9F2A-EE39-30A6AAA431F0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4822920" y="3022560"/>
                <a:ext cx="653760" cy="31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9AB08583-5A52-0E09-C8BD-3647FEFB9ED8}"/>
                  </a:ext>
                </a:extLst>
              </p14:cNvPr>
              <p14:cNvContentPartPr/>
              <p14:nvPr/>
            </p14:nvContentPartPr>
            <p14:xfrm>
              <a:off x="5384880" y="4025880"/>
              <a:ext cx="609840" cy="19080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9AB08583-5A52-0E09-C8BD-3647FEFB9ED8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5369040" y="3962520"/>
                <a:ext cx="641160" cy="3175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825306-8A76-F709-E090-E5B10E92A3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0938" y="214313"/>
            <a:ext cx="7793037" cy="928687"/>
          </a:xfrm>
        </p:spPr>
        <p:txBody>
          <a:bodyPr/>
          <a:lstStyle/>
          <a:p>
            <a:r>
              <a:rPr lang="en-US" sz="2800" dirty="0"/>
              <a:t>Models of a predicate formula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7AA8107-3057-AD92-E283-44579D9778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295400"/>
            <a:ext cx="7981950" cy="37338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25BC93B-03B1-ACD9-396D-C2D3CBAC7592}"/>
              </a:ext>
            </a:extLst>
          </p:cNvPr>
          <p:cNvSpPr txBox="1"/>
          <p:nvPr/>
        </p:nvSpPr>
        <p:spPr>
          <a:xfrm>
            <a:off x="1423526" y="5365013"/>
            <a:ext cx="7247860" cy="3951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800" kern="100" dirty="0">
                <a:effectLst/>
                <a:highlight>
                  <a:srgbClr val="FFFF00"/>
                </a:highlight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The models of formula U</a:t>
            </a:r>
            <a:r>
              <a:rPr lang="en-US" kern="100" dirty="0">
                <a:highlight>
                  <a:srgbClr val="FFFF00"/>
                </a:highlight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U</a:t>
            </a:r>
            <a:r>
              <a:rPr lang="en-US" sz="1800" kern="100" dirty="0">
                <a:effectLst/>
                <a:highlight>
                  <a:srgbClr val="FFFF00"/>
                </a:highlight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are the anti-models of U !!!!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9EC02F1-7228-C1E3-B501-AF7F001FF4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33800" y="5450680"/>
            <a:ext cx="176213" cy="2238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845420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>
          <a:xfrm>
            <a:off x="1150938" y="214313"/>
            <a:ext cx="7793037" cy="1097738"/>
          </a:xfrm>
        </p:spPr>
        <p:txBody>
          <a:bodyPr/>
          <a:lstStyle/>
          <a:p>
            <a:pPr eaLnBrk="1" hangingPunct="1"/>
            <a:endParaRPr lang="en-US" dirty="0"/>
          </a:p>
        </p:txBody>
      </p:sp>
      <p:sp>
        <p:nvSpPr>
          <p:cNvPr id="1741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endParaRPr lang="en-US" dirty="0"/>
          </a:p>
        </p:txBody>
      </p:sp>
      <p:pic>
        <p:nvPicPr>
          <p:cNvPr id="17412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64190" y="309304"/>
            <a:ext cx="7010400" cy="8850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7413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9130" y="1914111"/>
            <a:ext cx="7162800" cy="42184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7414" name="Picture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12175" y="0"/>
            <a:ext cx="631825" cy="792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19130" y="1407041"/>
            <a:ext cx="5791269" cy="419657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BCD34ED1-4098-017C-078E-6BF1219C617C}"/>
                  </a:ext>
                </a:extLst>
              </p14:cNvPr>
              <p14:cNvContentPartPr/>
              <p14:nvPr/>
            </p14:nvContentPartPr>
            <p14:xfrm>
              <a:off x="5041800" y="1562040"/>
              <a:ext cx="451440" cy="19080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BCD34ED1-4098-017C-078E-6BF1219C617C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5025960" y="1498680"/>
                <a:ext cx="482760" cy="317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6E761AD9-95B2-2D32-C5D2-16A3EEC168B4}"/>
                  </a:ext>
                </a:extLst>
              </p14:cNvPr>
              <p14:cNvContentPartPr/>
              <p14:nvPr/>
            </p14:nvContentPartPr>
            <p14:xfrm>
              <a:off x="3632040" y="3581280"/>
              <a:ext cx="1226160" cy="18468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6E761AD9-95B2-2D32-C5D2-16A3EEC168B4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3616200" y="3517920"/>
                <a:ext cx="1257480" cy="31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DA62171A-EC24-F5C0-9CDA-32C5AAE00680}"/>
                  </a:ext>
                </a:extLst>
              </p14:cNvPr>
              <p14:cNvContentPartPr/>
              <p14:nvPr/>
            </p14:nvContentPartPr>
            <p14:xfrm>
              <a:off x="3733920" y="5130720"/>
              <a:ext cx="1276560" cy="23544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DA62171A-EC24-F5C0-9CDA-32C5AAE00680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3718080" y="5067360"/>
                <a:ext cx="1307880" cy="362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C89740D0-A2C3-C77F-54E1-AF7F39CD4544}"/>
                  </a:ext>
                </a:extLst>
              </p14:cNvPr>
              <p14:cNvContentPartPr/>
              <p14:nvPr/>
            </p14:nvContentPartPr>
            <p14:xfrm>
              <a:off x="5670720" y="1574640"/>
              <a:ext cx="609840" cy="11484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C89740D0-A2C3-C77F-54E1-AF7F39CD4544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5654880" y="1511280"/>
                <a:ext cx="641160" cy="241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076ADB91-A907-BC98-F63F-7D38CDEB8F0F}"/>
                  </a:ext>
                </a:extLst>
              </p14:cNvPr>
              <p14:cNvContentPartPr/>
              <p14:nvPr/>
            </p14:nvContentPartPr>
            <p14:xfrm>
              <a:off x="3701880" y="3949560"/>
              <a:ext cx="1257840" cy="13392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076ADB91-A907-BC98-F63F-7D38CDEB8F0F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3686040" y="3886200"/>
                <a:ext cx="1289160" cy="260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75E1AE47-6A17-FBFA-F476-75BCC69D322E}"/>
                  </a:ext>
                </a:extLst>
              </p14:cNvPr>
              <p14:cNvContentPartPr/>
              <p14:nvPr/>
            </p14:nvContentPartPr>
            <p14:xfrm>
              <a:off x="3720960" y="5524560"/>
              <a:ext cx="1264320" cy="171720"/>
            </p14:xfrm>
          </p:contentPart>
        </mc:Choice>
        <mc:Fallback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75E1AE47-6A17-FBFA-F476-75BCC69D322E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3705120" y="5461200"/>
                <a:ext cx="1295640" cy="298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4C8F5478-DEA7-5FB3-26EC-F6B1ABF7859A}"/>
                  </a:ext>
                </a:extLst>
              </p14:cNvPr>
              <p14:cNvContentPartPr/>
              <p14:nvPr/>
            </p14:nvContentPartPr>
            <p14:xfrm>
              <a:off x="4102200" y="5689440"/>
              <a:ext cx="514440" cy="13320"/>
            </p14:xfrm>
          </p:contentPart>
        </mc:Choice>
        <mc:Fallback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4C8F5478-DEA7-5FB3-26EC-F6B1ABF7859A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4086360" y="5626080"/>
                <a:ext cx="545760" cy="140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266DD2D6-2959-6097-5044-68A863B4366C}"/>
                  </a:ext>
                </a:extLst>
              </p14:cNvPr>
              <p14:cNvContentPartPr/>
              <p14:nvPr/>
            </p14:nvContentPartPr>
            <p14:xfrm>
              <a:off x="5111640" y="3556080"/>
              <a:ext cx="1181520" cy="159120"/>
            </p14:xfrm>
          </p:contentPart>
        </mc:Choice>
        <mc:Fallback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266DD2D6-2959-6097-5044-68A863B4366C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5095800" y="3492720"/>
                <a:ext cx="1212840" cy="285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3355140E-341B-8EFD-7FF3-89A1056E9CFB}"/>
                  </a:ext>
                </a:extLst>
              </p14:cNvPr>
              <p14:cNvContentPartPr/>
              <p14:nvPr/>
            </p14:nvContentPartPr>
            <p14:xfrm>
              <a:off x="5200560" y="5181480"/>
              <a:ext cx="1238760" cy="127440"/>
            </p14:xfrm>
          </p:contentPart>
        </mc:Choice>
        <mc:Fallback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3355140E-341B-8EFD-7FF3-89A1056E9CFB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5184720" y="5118120"/>
                <a:ext cx="1270080" cy="254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3F2A1C01-6623-45A6-49B5-9CEA46F5B316}"/>
                  </a:ext>
                </a:extLst>
              </p14:cNvPr>
              <p14:cNvContentPartPr/>
              <p14:nvPr/>
            </p14:nvContentPartPr>
            <p14:xfrm>
              <a:off x="6432480" y="1568520"/>
              <a:ext cx="578160" cy="165240"/>
            </p14:xfrm>
          </p:contentPart>
        </mc:Choice>
        <mc:Fallback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3F2A1C01-6623-45A6-49B5-9CEA46F5B316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6416640" y="1505160"/>
                <a:ext cx="609480" cy="291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6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DCCFF925-A6F1-00B6-6964-9125BAA461A9}"/>
                  </a:ext>
                </a:extLst>
              </p14:cNvPr>
              <p14:cNvContentPartPr/>
              <p14:nvPr/>
            </p14:nvContentPartPr>
            <p14:xfrm>
              <a:off x="1181160" y="3079800"/>
              <a:ext cx="5423040" cy="2737080"/>
            </p14:xfrm>
          </p:contentPart>
        </mc:Choice>
        <mc:Fallback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DCCFF925-A6F1-00B6-6964-9125BAA461A9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1171800" y="3070440"/>
                <a:ext cx="5441760" cy="27558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371600"/>
            <a:ext cx="7239000" cy="4910694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152400"/>
            <a:ext cx="6019800" cy="1019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513734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246027"/>
            <a:ext cx="7793037" cy="609599"/>
          </a:xfrm>
        </p:spPr>
        <p:txBody>
          <a:bodyPr/>
          <a:lstStyle/>
          <a:p>
            <a:r>
              <a:rPr lang="en-US" sz="2400" u="sng" dirty="0"/>
              <a:t>Example 6</a:t>
            </a:r>
            <a:r>
              <a:rPr lang="en-US" sz="2400" dirty="0"/>
              <a:t>: Prove the non-validity of</a:t>
            </a:r>
          </a:p>
        </p:txBody>
      </p:sp>
      <p:pic>
        <p:nvPicPr>
          <p:cNvPr id="4" name="Picture 27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24600" y="464293"/>
            <a:ext cx="2362200" cy="344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476" y="45098"/>
            <a:ext cx="631825" cy="793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22371" y="916864"/>
            <a:ext cx="5267325" cy="94297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385" y="1836027"/>
            <a:ext cx="5191125" cy="133350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158" y="3110411"/>
            <a:ext cx="5257800" cy="695325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683" y="3726696"/>
            <a:ext cx="5248275" cy="1295400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3403" y="4981156"/>
            <a:ext cx="5248275" cy="657225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970" y="5579265"/>
            <a:ext cx="5210175" cy="1047750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173211" y="933642"/>
            <a:ext cx="3962400" cy="47941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58338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i="1" dirty="0"/>
              <a:t>Famous Aristotle Quotes</a:t>
            </a:r>
            <a:endParaRPr lang="en-US" sz="320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828800"/>
            <a:ext cx="8715375" cy="44386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6727963"/>
      </p:ext>
    </p:extLst>
  </p:cSld>
  <p:clrMapOvr>
    <a:masterClrMapping/>
  </p:clrMapOvr>
</p:sld>
</file>

<file path=ppt/theme/theme1.xml><?xml version="1.0" encoding="utf-8"?>
<a:theme xmlns:a="http://schemas.openxmlformats.org/drawingml/2006/main" name="Blends">
  <a:themeElements>
    <a:clrScheme name="Blends 3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Blends">
      <a:majorFont>
        <a:latin typeface="Tahoma"/>
        <a:ea typeface=""/>
        <a:cs typeface=""/>
      </a:majorFont>
      <a:minorFont>
        <a:latin typeface="Tahom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2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3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4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26AA527AC66B043A6ABC545F551704A" ma:contentTypeVersion="3" ma:contentTypeDescription="Create a new document." ma:contentTypeScope="" ma:versionID="7e31cc57aabda9f4431eddcbfc968b25">
  <xsd:schema xmlns:xsd="http://www.w3.org/2001/XMLSchema" xmlns:xs="http://www.w3.org/2001/XMLSchema" xmlns:p="http://schemas.microsoft.com/office/2006/metadata/properties" xmlns:ns2="83b6afff-f0de-42d1-ac40-a6c349a96d7c" targetNamespace="http://schemas.microsoft.com/office/2006/metadata/properties" ma:root="true" ma:fieldsID="92f8d06eafcff663408d11b42984bcbc" ns2:_="">
    <xsd:import namespace="83b6afff-f0de-42d1-ac40-a6c349a96d7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3b6afff-f0de-42d1-ac40-a6c349a96d7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BC08D66A-5911-44FD-8810-ECB5D78A43B1}"/>
</file>

<file path=customXml/itemProps2.xml><?xml version="1.0" encoding="utf-8"?>
<ds:datastoreItem xmlns:ds="http://schemas.openxmlformats.org/officeDocument/2006/customXml" ds:itemID="{CA8293CE-AA31-4EE7-8BD1-EA399D8CC081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20B6F5D7-B12B-4E61-AF03-E5F2A4831F5F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Blends</Template>
  <TotalTime>10380</TotalTime>
  <Words>221</Words>
  <Application>Microsoft Office PowerPoint</Application>
  <PresentationFormat>On-screen Show (4:3)</PresentationFormat>
  <Paragraphs>35</Paragraphs>
  <Slides>26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1" baseType="lpstr">
      <vt:lpstr>Aptos</vt:lpstr>
      <vt:lpstr>Calibri</vt:lpstr>
      <vt:lpstr>Tahoma</vt:lpstr>
      <vt:lpstr>Wingdings</vt:lpstr>
      <vt:lpstr>Blends</vt:lpstr>
      <vt:lpstr>DECISION PROBLEMS      IN PROPOSITIONAL/PREDICATE LOGIC</vt:lpstr>
      <vt:lpstr>Classification:    semantic versus syntactic proof methods</vt:lpstr>
      <vt:lpstr>Classification:    direct versus refutation proof methods</vt:lpstr>
      <vt:lpstr>Semantic Tableaux Method</vt:lpstr>
      <vt:lpstr>Decomposition rules for propositional formulas</vt:lpstr>
      <vt:lpstr>    Decomposition rules for predicate formulas</vt:lpstr>
      <vt:lpstr>Construction of a semantic tableau</vt:lpstr>
      <vt:lpstr>PowerPoint Presentation</vt:lpstr>
      <vt:lpstr>Models of a formula</vt:lpstr>
      <vt:lpstr>Theorems   Semantic tableaux method – a refutation proof method</vt:lpstr>
      <vt:lpstr>Predicate logic - undecidable</vt:lpstr>
      <vt:lpstr>Theoretical results</vt:lpstr>
      <vt:lpstr>PowerPoint Presentation</vt:lpstr>
      <vt:lpstr>Example 3.  Prove the validity of </vt:lpstr>
      <vt:lpstr>Example 2</vt:lpstr>
      <vt:lpstr>PowerPoint Presentation</vt:lpstr>
      <vt:lpstr>Example 4. Build two different semantic tableaux for the formula: </vt:lpstr>
      <vt:lpstr>Famous Aristotle Quotes</vt:lpstr>
      <vt:lpstr>Example 5:</vt:lpstr>
      <vt:lpstr>PowerPoint Presentation</vt:lpstr>
      <vt:lpstr>PowerPoint Presentation</vt:lpstr>
      <vt:lpstr>Models of a predicate formula</vt:lpstr>
      <vt:lpstr>PowerPoint Presentation</vt:lpstr>
      <vt:lpstr>PowerPoint Presentation</vt:lpstr>
      <vt:lpstr>Example 6: Prove the non-validity of</vt:lpstr>
      <vt:lpstr>Famous Aristotle Quotes</vt:lpstr>
    </vt:vector>
  </TitlesOfParts>
  <Company>Microsoft Corporation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Semantic Tableaux Method</dc:title>
  <dc:creator>Iulian Lupea</dc:creator>
  <cp:lastModifiedBy>Mihaela-Ana Lupea</cp:lastModifiedBy>
  <cp:revision>103</cp:revision>
  <dcterms:created xsi:type="dcterms:W3CDTF">2017-11-03T20:27:27Z</dcterms:created>
  <dcterms:modified xsi:type="dcterms:W3CDTF">2025-11-04T16:38:18Z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0x010100C26AA527AC66B043A6ABC545F551704A</vt:lpwstr>
  </property>
</Properties>
</file>
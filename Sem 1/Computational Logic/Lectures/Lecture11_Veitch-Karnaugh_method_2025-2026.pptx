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4"/>
  </p:sldMasterIdLst>
  <p:sldIdLst>
    <p:sldId id="256" r:id="rId5"/>
    <p:sldId id="277" r:id="rId6"/>
    <p:sldId id="279" r:id="rId7"/>
    <p:sldId id="303" r:id="rId8"/>
    <p:sldId id="280" r:id="rId9"/>
    <p:sldId id="281" r:id="rId10"/>
    <p:sldId id="282" r:id="rId11"/>
    <p:sldId id="283" r:id="rId12"/>
    <p:sldId id="302" r:id="rId13"/>
    <p:sldId id="292" r:id="rId14"/>
    <p:sldId id="286" r:id="rId15"/>
    <p:sldId id="288" r:id="rId16"/>
    <p:sldId id="287" r:id="rId17"/>
    <p:sldId id="290" r:id="rId18"/>
    <p:sldId id="291" r:id="rId19"/>
    <p:sldId id="289" r:id="rId20"/>
    <p:sldId id="293" r:id="rId21"/>
    <p:sldId id="294" r:id="rId22"/>
    <p:sldId id="295" r:id="rId23"/>
    <p:sldId id="305" r:id="rId24"/>
    <p:sldId id="306" r:id="rId25"/>
    <p:sldId id="298" r:id="rId26"/>
    <p:sldId id="308" r:id="rId27"/>
    <p:sldId id="307" r:id="rId28"/>
    <p:sldId id="301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26" autoAdjust="0"/>
    <p:restoredTop sz="94660"/>
  </p:normalViewPr>
  <p:slideViewPr>
    <p:cSldViewPr>
      <p:cViewPr varScale="1">
        <p:scale>
          <a:sx n="72" d="100"/>
          <a:sy n="72" d="100"/>
        </p:scale>
        <p:origin x="201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2T09:31:45.2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10195 7338 0,'-17'-36'203,"-1"36"-125,18 18-47,0 0-15,-18-1-1,1 1 1,-1 35 125,0-18-48,1-17-77,17 0 15,0-1 0,0 1 32,0 17-32,0 0 32,0 1-48,0-19 1,0 1 0,0 0 15,0 17-16,0 0 32,0-17-31,0-1 0,0 1 30,0 0-14,0-1-17,0 1 1,0 0 0,-18 17-1,1-18-15,17 19 16,0-19-1,0 1-15,0 0 63,0-1-47,0 19-1,0-1 63,0-17-62,0-1 15,0 1-15,0-1-1,0 1 1,0 17 0,0 1-1,0-1 1,0 0 0,0 0-1,0-17 1,0 17-1,0 1 1,0-19 15,0 1-15,0 0 15,0-1 0,0 1 1,0 17-17,0 0 17,0-17-17,17 0 1,1-1 15,-18 1 78,17-18-93,1 18-16,53-1 78,-71 1-47,17-18-15,19 18 0,-36-1-1,17-17 32,18 0-16,1 18 1,-19-1-17,1-17 1,17 0 15,-35 18-15,36-18-1,-1 0 1,0 0 0,36 0 15,-36 0-31,0 0 16,18-18-1,-35 1 1,-1-1 15,19 18-15,-1 0-1,-17 0 1,17 0 0,0-17 15,-35-1-16,35 18 17,-17-18-17,0 18 17,-1 0-1,54-53-16,-18 18 1,-36-18 0,1 35 15,-18 1-31,0-1 31,0-35 0,0 0-15,0-17 0,0 35 15,0-54-15,0 54-1,0 0 1,0 0-1,0-1 17,0-52-17,35 53 17,-35-18-17,18 18 1,-18-1-1,18 1 1,-1 0 0,-17 17-1,0-17 1,0 0 31,0-18-32,0 35 17,0 0-17,0-17 1,-17 0 0,17-18 15,-36 35 0,19 1 125,-36-1-109,0 18-31,35 0-1,1 0-15,-19 0 188,-17-18-126</inkml:trace>
  <inkml:trace contextRef="#ctx0" brushRef="#br0" timeOffset="1402.37">10760 7338 0,'-36'0'312,"1"0"-234,18 0-62,-1 0 31,-53-36-32,-17 19 1,-35-18 0,34 17 15,54 18-16,0-18 298</inkml:trace>
  <inkml:trace contextRef="#ctx0" brushRef="#br0" timeOffset="4491.89">10583 10389 0,'0'-17'47,"18"17"-16,0-18-15,-1 18 15,19 0 0,-1 0 32,-18 0-48,36 0 1,-35 18 0,17-1 15,-35 1-16,18 0 1,17-18 15,-17 35-15,-1-18 0,1 1-1,0 35 16,17-53-15,-35 35-16,0 1 31,35 17-15,-17-36 0,-18 1-1,0 17 1,0 0-1,0-17 1,0 0 0,0-1 31,0 19-32,0-1 1,0 18-1,0-36 1,0 19 0,0 17-1,0-18 79,-18 18-78,18-36-1,-35 1 1,-18 0 0,35 17-16,1-17 31,-1-18 0,-17 0 0,0 0-15,-1 17 0,1-17-1,0 0 1,17 0-1,1 0 1,-19 0 0,-17 18-1,0 0 1,0-18 0,1 35 15,-19-35-16,36 0 32,17 0-31,0 0-16,-17 0 16,-35 17-1,17-17-15,0 0 16,18 0-1,17 0 48,0 0-47,-52 0-1,34 0 1,19 0 78,-36 0-79,-35 0 1,-53 36-1,52-19 1,107-17 31,35-35-31,-35 17-16,17 1 15,-35-1 126</inkml:trace>
  <inkml:trace contextRef="#ctx0" brushRef="#br0" timeOffset="6348.53">9842 10477 0,'36'0'141,"-19"0"-125,72-17-1,-54 17 17,-17 0-17,17 0 1,0 0-1,0 0 1,1 0 0,-1 0-1,0 0 1,0 0 0,18 0-1,-17 0 1,-1 0-1,-17 0 1,-1 0 15,1 0-15,17 0 31,0 0-16,18 0-15,18 0-1,-18 0 1,-36 0-16,1 0 16,17 0-1,1-18 48,17 18-48,35-17 17,-53 17-17</inkml:trace>
  <inkml:trace contextRef="#ctx0" brushRef="#br0" timeOffset="9513.1">14464 10477 0,'0'-17'93,"-53"17"-61,18 0-17,17 0-15,0 0 31,-105 0 1,88 0-1,-18 0 0,17 0 0,1 0-15,-18 17 0,18-17 15,17 18-15,1-18-1,-19 0 79,19 18-63,-18-18 0,-1 0 63,36 17-78,-53 1 62,36 0-62,-1-18-1,0 17 48,1 19-48,-19-19 1,19-17 0,17 18 30,-18 0 17,18-1-32,-17 1-15,-19 17-1,36 0 17,0 18-17,-17-17 32,-19 16-31,36-16 15,-17 17 0,17-18 16,0-17 31,0-1-62,0 18 0,0 1 15,17-19-16,1-17 17,17 0-17,1 18 1,-1-18 0,18 18-1,17-18 1,-17 17-16,-17 1 15,34 0 17,1-18-17,-36 0 1,0 0 0,18 0-1,-18 0 16,1-18-31,-19 18 16,19 0 15,-19 0 1,1 0-1,17 0 0,-17 0-15,17 0-1,0 0 17,-17 0 30,0 0-62,35 0 31,-18 0-31,35-53 16,-52 53 0,17 0 15,-17-18 0,0 1-15,17-1-1,0 18 1</inkml:trace>
  <inkml:trace contextRef="#ctx0" brushRef="#br0" timeOffset="16006.3">12788 14023 0,'-35'0'157,"0"0"-142,-18 0 1,17 0 0,1 0-1,18 0 1,-1 0-16,0 0 15,-88 0 1,36 0 0,35 0-1,-1-18 1,-17 1 0,36-1-1,-1 18 95,-17 0-95,0 0 16,17 0-15,0 0 0,1 0-1,-1 0 1,0 0 0,-17 0 15,0 0 63,17 0-63,1 18 0,-19-1-15,19-17-1,-19 18 1,1-18 0,0 18-1,17-1 32,-17-17-16,17 0-15,1 0 15,-1 0-15,0 0-1,1 18 17,-1-1-17,0-17 1,-17 0 15,17 18-15,1-18 15,-1 18-15,1-1 187,-1-17-188,-17 18 17,-1 17 61,19-17-77,17 0-16,-36 17 16,36 0-1,0-17 32,-17-1-31,17 1-1,0 0 1,0 17 15,0-17-15,0-1 0,0 1-1,0 0 16,0-1 1,0 18-17,0 18 17,-18-35-1,18 0 0,0-1-15,0 1-1,0 17 1,0 0 31,0-17-32,0 0 1,0 17 0,0-17-16,0-1 31,0 36-15,0-18 15,0 1 0,0-1-15,0-17-1,0 17 1,0 0 31,0-17-32,0 0 17,0-1-17,0 1 1,0-1 0,0 19-1,0-1 1,0 18 46,0-18-46,0-17-16,18-1 16,17 19 15,-17-36 31,17 17-46,-17 1 15,17-18-15,18 0-1,-18 0 1,-17 0-16,-1 0 16,54 0 15,-18 0 0,-36 0-15,1 0 15,17 0-15,1 0-1,34 0 1,-52 0 0,17 0-1,-35-18 48,35 18-32,-17 0-31,0 0 0,-1 0 16,19 0 30,-1 0-30,0 0-16,0 0 16,18 18-1,-17 0-15,-19-18 47,19 0 31,-1 0-62,18 0 0,-18 17-1,0-17 32,18 0 31,18 36-62,-54-19-1,19-17 64,34 0-48,-34 0-16,-1 0 17,18-35-1,-18 35 0,-17 0 0,-1 0 1,19 0-17,-19 0 1,36-18 0,-35 18 15,35 0 0,-36-17 0,1-19-15,17 19 15,-17 17-31,0-18 16,17 0-1,-18 18 1,1-52 0,0 34 15,17 0-15,-35-52-1,0 34 16,0 1-15,0 18 0,0-19-1,0 1 1,0 17-16,0-17 31,0 0-15,0-1-1,0 1 1,0 0 0,0 17-1,0 1 1,0-1 0,0 0-1,0 1 1,0-19-1,0 1 1,0 0 15,35-18 1,-35 18-17,0-1 1,0 1 15,0 0-15,0 0-1,0 17 1,0-17 0,0-1-1,-17 1 16,-1 0-15,0 35 0,1-18-1,17-17 17,0 0 14,-36 17-30,36-17 0,-35-1 15,18 19 31,-1-1 1,0 18-47,1 0-1,-1 0 1,-17 0-1,-1 0 1,1 0-16,17 0 16,1 0 15,-18 0-15,17 0-1,-17 0 1,-1 0 46,19 0-46,-1 0 78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2T09:32:10.9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10248 8043 0,'0'-17'78,"-17"17"-46,-72 0-1,54 0 0,0 0-31,0 0 16,17 0-16,0 0 15,-17 0 1,0 0-16,-18 35 47,35-35-32,-17 0 32,-18 35-31,35-35 46,-35 53-30,36-53-17,-19 35 1,19-17 0,-1 0-1,18 17 1,-35-17-1,35 17 1,-18-17 0,1-1-1,17 18 48,0 1-32,0-1-15,53-17-1,-36-18 17,1 17-17,-1 1 1,19 0-1,-19-1 1,1-17-16,0 18 16,17-1-1,-17 1-15,-1-18 16,18 35 0,-17-35-1,17 18 1,1 0 15,-1-18-15,-35 17-1,53-17 1,-53 18 0,35-18 15,0 0 31,1 0-46,-1 0 0,-17 0-1,-1 0 1,19 0-1,16 0 1,-16 0 0,-1 18-16,-17-1 15,35-17 1,-18 0-16,-18 0 16,36 0-1,-17 0 1,17 18 15,-18 0-15,0-18 15,-17 0 0,17 0-15,0 0-16,18 0 31,18 0-15,-36 0 15,18 0-15,-18 0-1,-17 0 1,35 0-1,-18 0 1,0 0 15,18 0-15,0 0-16,0 0 16,0 0-16,-18 0 15,106 0 1,-88 0-1,18 17 1,-36-17 0,0 0-1,1 0 1,34 0 0,19 0-1,-19 0 1,-17 18-1,0-18 1,-35 17-16,34-17 31,-16 0 1,17 0-32,-36 0 31,19 0-16,16 0 1,72 0 15,-1 0-15,19 0 0,-1 0 15,-124 0-31,1 0 15,17 0 1,53 0 0,-17 0-1,-36 0 1,18 0 0,-18 0-1,36 0 1,-36 0-1,1 0 17,16 0-17,54 0 1,-88 0-16,17 0 16,53 0-1,-70 0 1,17 0 15,-17 0-15,17 0-1,1 0 1,16 0 0,19 0-1,-36 0 1,-17 0 15,0 0-15,-1 0-1,18 0 1,1 0 0,-19-35 15,36 18-16,-35 17 1,35-36 0,-18 1-1,-17 17 1,-1-35 0,1 18-16,0 0 15,-18 17 1,17 1-1,-17-19 1,0 1 0,0 0-1,0-1 1,0 1 0,0-18-1,0 18 16,0 17-15,0 1 15,0-19 1,-17 19-17,-1-18 1,0 17-1,-17-17 1,-35 17 0,52 0-1,-17-17 1,-18 17 0,35 1-1,0 17 1,-52 0 15,35 0-15,-18 0-1,0 0 1,0 0 0,-35 0-1,17 0 1,1 0-1,-36 0 1,35 0 0,18 0-1,0 0-15,18 0 16,-18 0-16,-53 0 16,-17 0-1,70 0 1,-18 0-1,-34 0 1,16 0 0,-34 0 15,-1 0 0,89 0-31,0 0 16,-89 0-1,107 0-15,-19 0 16,-16 17 0,16 1-16,1-18 31,-18 0-15,18 0-1,-36 18 1,36-18-1,-36 35 17,1-35-17,-36 0 1,88 0 15,1 0-31,-54 0 16,36 0-1,-36 0 17,-34 0-17,52 0 1,0 0 0,17 0-1,-17-35 1,-17 17-1,-1 18 1,36 0 0,0-18-16,0 18 15,-1 0 1,1 0 0,-36 0-1,19 0 1,34 0 15,0 0-15,1 0-1,-1 0 17,0 0 14,1 0-30,-1 0-16,-17 0 16,-18 0-1,35-17 1,-52 17 0,52 0 93,0 17 110</inkml:trace>
  <inkml:trace contextRef="#ctx0" brushRef="#br0" timeOffset="2628.38">9984 4022 0,'35'0'110,"0"0"-79,89 0-15,-54 35-1,-17-17 1,18-18-1,-18 17 1,-36 1 15,18-18 1,-35 17-32,18-17 15,35 36 1,-18-19-1,-17 19 1,0-19 0,-1 19-1,1-1 1,35 18 0,-36-36-1,19 36 16,52 106-15,-70-106 0,-1 0-1,1-35-15,-1 52 16,1-52 15,0 52-15,-18-34-1,35 52 1,-35-35 0,18-18-1,-1 36 1,1-54 0,-18 36 15,35 35-16,-35-52 1,0-19 15,0 54-15,0-36 15,-17 0-15,-19 18-1,19 0 1,-19 0 0,19-35-16,-1 17 15,-17 36 1,0-36-16,17 35 16,-35-52 15,35 17-16,-17-35 1,17 36 0,-34-19-1,34 1 1,-17 17 0,17-35 15,-17 0 0,-1 18 0,-17-1-15,36 19 0,-1-36-1,-35 0 1,18 17-1,-18 1 1,-35-18 0,0 0-1,35 18 1,-18-1 0,54-17-16,-19 0 15,1 36 1,0-36-1,-18 0 1,0 35 0,35-35 15,-17 0 47,0 0-62,17 0-16,0 0 15,54 0 220,87-35-235</inkml:trace>
  <inkml:trace contextRef="#ctx0" brushRef="#br0" timeOffset="5448.01">14041 4092 0,'0'-17'78,"-36"17"-16,-17 0-30,18 0-17,0 0 1,0 0 31,-18 0-16,35 0-15,0 0-1,-17 17 17,0-17-17,35 18 1,-71-1 15,54-17-15,-36 18-1,17 0 17,19-1-17,-1-17 32,0 18-31,1 17-1,-54-17 17,54 0-17,-36-1 16,35 1-15,0 0 0,1 17-1,-18-18 1,17 1 0,-17 35-1,-1-35 1,36-1-1,-35 19 1,35-1 15,-18 0-15,1 18 0,17-18-1,-18 1 1,18-1-1,-18-18 1,18 19 0,0-1-1,0 0 1,0-17-16,0 0 16,0 17-1,0-17-15,0 17 16,0 0-1,0 0 1,0-17 0,0 0-1,0-1 1,0 19 15,0-1-15,0 18 15,0-36-15,0 1-16,0 0 15,0-1 1,0 19 0,18 16-1,0-34 1,-18 0-1,0 17 1,0 0 0,17 1-1,-17-19 1,0 1 0,18 35-1,17-36 48,-35 1-48,18-18 1,17 35 0,-17-17-1,0 17 1,34 1-1,-34-19 1,0 18 0,17-35-1,0 36 17,18 17-17,-35-53 16,35 0-15,0 35 15,0 0-15,-1-35 0,-34 0-1,17 18 1,1-1-1,34 1 1,36 0 0,-35-1-16,70 1 31,159 70-15,-265-88-1</inkml:trace>
  <inkml:trace contextRef="#ctx0" brushRef="#br0" timeOffset="14141.03">10495 11624 0,'35'-18'63,"-35"1"-16,-35-1-16,0 18-15,0 0-1,-54 0 1,-52 0-1,-35-18 1,17-34 0,18-1-1,35 35 1,71 0 0,0 18-1,-54 0 16,54 0-15,0 36 0,0-1 15,-18-35-15,17 18 30,1-1-30,0 18 0,0-35-1,-36 53 1,53-35-16,-17-18 16,0 53-1,-18-35 1,53 17-1,-35-18 1,-1-17 0,19 36-1,-1-19 1,0 1 0,-34 17-1,34 1 1,18-19-1,0 19 1,0-1-16,0-18 31,0 1-15,-35 17 0,35 1 15,-18 17-16,18-18 17,0 18-17,0-36-15,0 1 16,0 0 0,18 35-1,35-53 1,-18 35-1,0-18 1,71 19 0,-18-1-1,18-17 1,-53-18 0,17 35 15,1-17-16,35-18 1,17 0 0,18 0-1,-88 0-15,-35 0 16,35 0 0,-36 0-1,1 0 1,17 0-1,-17 0 1,35 0 0,-18 0-1,1 0 1,34 0 0,-35 0-1,18 0-15,35 0 31,-52 0-31,-1 0 16,0 0 0,-17 0-1,17 0 1,0 0 0,1 0-1,-1 0 1,-17 0-1,-1 0 1,19 0 0,17 0-1,-18 0 1,-18 0-16,1 0 16,35 0-1,-18 0 1,1 0-1,16 0 1,-34 0 0,17 0 15,18 0-15,-17 0-1,52-18 1,53-17-1,-71 35 1,-52-18-16,17 18 16,1-18-1,-19 18 1,54-17 0,-36-19-1,-17 36 1,35-17-1,-36-1 1,-17-17 0,36 0-1,-19-1 1,1-17 15,-18 18-31,17-35 16,-17 17-1,0-35 1,0 52 0,0-34-1,0 17 1,-17 35 0,17-17-1,-35 35 1,-18-18-1,17 1 17,-17-1-17,18 0-15,-18 18 16,-105-35 0,52 35-1,17 0 1,37 0-1,-1 0 17,17-18-17,1 18 17,17-17-17,-17 17 1,0 0-1,0 0 1,-1 0 15,1 0 1,17 0-17,-17 0 1,0 0-1,0 0 1,-18 0 15,17 0-31,1 0 16,0 0 62,17 0 0,1 0 125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2T09:32:33.6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10530 6738 0,'0'-35'46,"-17"17"-30,-1 18 31,0-18 0,1 18-32,-36-35 1,-18 18 0,18-19 31,36 36-16,-18 0-16,-18 0 1,17 0 0,1 0-1,-35-17 1,-1 17 0,0-18-1,18 18 1,1 0-1,16 0 17,1 0-17,17 0 1,-17 0 0,0 0-1,0 0 16,-1 0-15,-17 0 15,18 0-15,-35 0 0,52 0-1,-17 0 32,-1 0-31,-17 0-1,18 0 1,0 0 0,-18 0-1,53 18 1,-35-18-1,-1 17 1,-17 1 0,53 0-1,-17-1-15,-36 18 32,35 1-32,-35-19 15,18 19 1,17-1-1,1 0 1,-1-17 0,-17 52-1,0-34 1,17 17 0,0-18-1,1 0 1,17 0-1,-18 1 1,18-19-16,0 1 16,-18 35-1,1-18 1,17 36 0,0-18-1,0-18 16,0 0-15,0 18 0,0-18-1,0 1 1,0-19 0,0 36-1,0-17-15,0-19 16,0 54-1,53-54 1,-36 19 0,1-36-1,0 35 1,35-17 0,-1 17 46,-16-35-46,-19 17-16,1 1 15,17 0-15,18 17 16,18 0 0,-36 18-1,18-53 1,-35 18-1,17 17 1,0 0 0,0 1-1,54 17 1,-1 0 0,-53-18-1,0-18 1,1 1-1,-19-18 1,19 18 0,-1-1 15,0-17-15,0 18-1,-17-18 1,0 0-1,17 18 1,18-18 0,-18 17-1,-17-17-15,-1 0 16,54 0 0,0 0-1,-19 0 1,-16 0-1,-1 0 1,36 0 15,123 36-15,-106-36 0,0 0 15,-53 0-31,1 0 15,-1-18 1,-18 18-16,1 0 78,35 0-31,-18-18-31,18 1-1,-18-19 1,1 36 0,-1 0-1,-17-17 1,52-1-1,-35-17 1,36 17 15,0-17-15,-18 17 0,17 1-1,1-19 1,-36 19-1,-17-19 1,-1 19 0,18-18-1,18-18 17,-17 35-17,-19-35 1,19 18-1,-19-1 1,-17 1 0,35-18-1,-17 18 1,-18-18 0,35-17 15,-35 52-31,0-35 15,0 0 1,0 18-16,0-18 16,0-18-1,-35 18 1,17-17 0,18 35-1,-35-18 1,0-36-1,-18 54 1,53-18 0,-35 53-1,35-35 17,-18 17-1,0 1 0,1-19-15,-1 36-1,1-35 1,-1 18 0,18-19-1,-18 19 1,18-1-16,-35 0 15,17 1-15,18-19 32,-35 36-17,17-17 1,1 17 0,-36-18 15,18 0-16,-177 1 1,106-18 0,-35 35 15,35 0-15,36 0-1,34 0 1,19 0 46,-1 0-46,-17 0 0,-1 0-1,1 0 1,-35 17-1,17 1 1,17-1 0,1 1-16,18 0 15,17-1 1</inkml:trace>
  <inkml:trace contextRef="#ctx0" brushRef="#br0" timeOffset="3108.29">9860 12841 0,'35'18'141,"-17"52"-94,0-52-47,-18 35 15,35 0 1,-17-36 0,-1 1-16,-17 0 15,53 52 1,-35-34-1,-1-1 17,1 0-17,-18 0 1,18 1 0,17-1-1,-17 0 1,52 18-1,-17 18 1,-18-54 0,-17 1-1,0-18 1,17 35 0,-35-17-1,35-1 1,-17-17-1,-1 18 1,1-18 15,17 35-15,18-35 0,18 0-1,-53 0-15,34 18 16,1 0-1,71-1 1,-89-17 0,0 0-1,1 0 1,17 0 0,-18 0-1,71 0 1,0 0-1,35 0 1,-53 0 0,-35 0 15,0 0 16,0 0-32,-36 0 1,36-17 0,-18-1 15,-17 18-15,17-18 46,-17 18-46,105-35-1,-87 17 1,34 18 0,-17-17-1,-18-1 16,1 1-15,34 17 0,1-18-1,-18 0 1,0-17 0,-36 35-16,1-18 15,0-17 1,-1 35-16,1-18 15,17-17 1,0-18 0,1 0-1,-1-17 1,0-1 0,-17-17-1,-18 53 1,0-18-1,0-18 17,0 1-32,0 34 15,0 19-15,0-18 16,0-18 0,0 17-1,0-17 1,18 1-1,-1 34 17,-17 36 171,0 52-141</inkml:trace>
  <inkml:trace contextRef="#ctx0" brushRef="#br0" timeOffset="6645.3">10301 16845 0,'-35'0'125,"35"-35"-93,0 17-17,0 1 1,0-19 0,17 19-16,-17-1 15,18-17 1,-18-1-1,0 1 1,18 0 0,-18 0 15,17-1-15,1-34-1,0 35 1,-1 17 31,-17 0-32,18-17 1,0-18 15,-1 18 0,-17-1-15,18 19 0,17-18-1,-35-1 1,18 19 0,-18-1 30,35-17-14,-17-1 15,17 19-1,18-18-14,-18 35-17,-17 0 17,158 0-17,-88-36 1,-35 1-1,53 17 1,-35 18 15,17-17-15,-35 17 0,-36 0-1,19 0 1,-1 0-1,0 0 17,-17 0-32,17 0 0,18 0 0,-35 0 15,35 0 1,-18 0 46,-17 0-46,34 0 0,1 0-1,18 0 17,17 17-17,-35 1-15,0 0 16,18-18-1,-54 17 48,18 19-47,18-36-1,-17 35 1,34 0-1,-52 18 64,35 0-48,-36 17-16,72 19 17,-54-36-32,18-18 15,-36 35 1,-17-52 0,18 0-1,-18-1 16,35 1 1,-35 17-17,0-17 1,0 0 0,36-1-1,-36 18 1,17-35 31,-17 36-32,36-19 1,-36 1 0,0 17-16,0-17 15,0 35 1,-18 17-1,-17 1 1,35-18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2T09:32:48.5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9472 12859 0,'-35'0'16,"0"0"-1,-18 0 1,-18 0-1,-17 17 1,17-17 0,1 36-1,34-19-15,36 1 16,-52-18 0,34 0-16,-35 0 15,-18 18 1,36-18-1,0 17 1,0 1 0,-18 35 15,-53 17 0,71-17-15,-1-17-1,19 16 1,-19-16-16,36-1 16,-53 53-1,36-17 1,-1-18 15,18 52-15,0-52 15,0 0-15,0 53-1,0-71 1,0 1 0,0-19-16,0 19 15,0 34 1,0 1-1,0-1-15,35 36 16,-35-53 15,18-18-15,-18 1 0,0-1-1,18 35 1,-1-17-1,1 0 1,-18 18 0,0-18-16,0-18 15,0-17-15,0-1 16,0 71 0,0-52-1,0-1 1,0 0-1,0 1 1,0-1 0,0 0 15,18 36-15,-18-36-1,0 0 1,0 1-1,0 16-15,0 1 16,0 36 0,17 16-1,1-16 1,17 16 0,-17-34-1,17 0 1,-35-19-1,0-16 1,0-1 0,0 0-1,0 53 17,0-52-17,35 52 1,-35-35-1,0-35 1,0 17 0,0 0-1,36 18 1,-36-35 0,0-1-1,0 19 1,0-1-1,0 0 1,0-17-16,0-1 16,0 36-1,0-17 1,0-1 0,17 18 15,-17-36-16,0 1 1,18 17 0,0 1 15,-18-19-15,17 1-16,-17 0 15,18-18 48,17 0-32,0 0-15,1 0-16,-1 17 15,106 1 1,-70-18-1,-36 0 32,-17 35-31,-1-35-16,18 0 16,142 18-1,-71-18 1,-36 0-1,-52 0 1,35 0 31,-18-18-31,36 18-1,-54-18 1,19 18-1,-19-17 1,107-71 15,-89 35-15,-17 35 0,17-35-1,0 0 1,0 0-1,18 0 1,-35 0 0,0 18-1,-18 18 1,35-72 15,-17 36-31,-1-35 16,1 18-1,-1-1 1,36-35 0,0 36 15,-35-18 0,-18 52-15,0-17-1,35 0 1,-35 36-16,0-18 16,0-18-1,0 17 1,0-52 0,18-18-1,-18 36 1,0-18 15,0-89-15,0 124-1,0 18 1,0 0 0,0-36 15,0 53-16,0-17-15,0-35 32,0-1-17,0 18 1,0 0 0,0 0-1,0 18 1,0-18-1,0-17 1,0-1 0,0-35-1,0 18 1,0 70-16,0 1 16,0-107-1,0 71 1,0 18-1,0-35 1,0 17 15,0-36-15,0 19 15,0 17-15,0 0-1,-18 18-15,18 17 16,-17-35 0,17 18 31,-18 17-32,0-17 16,-17 17-15,17-35 0,1 53-1,-19 0 1,1-70 15,-18-1-31,0 36 0,-17-36 31,52 71 16,-52-17-31,34 17 0,-34-18-1,34 1 1,-34-19-1,35 36 1,17 0 47,0 0-48,1 0 1,-1 0 31,0 0-16,-17 0-15,-18 0-1,36 0 1,-1 0 15,0 0 0</inkml:trace>
  <inkml:trace contextRef="#ctx0" brushRef="#br0" timeOffset="3572.36">9560 6015 0,'53'0'203,"0"17"-187,0 19-1,35 17 1,-35-18-1,-35-17 1,17 17 0,-17-35-1,17 35 1,0-17 0,1-1-1,16 36 1,-34-17 15,17-1-15,-17-35-16,-18 35 15,0-17 1,0-1 31,0 19-32,0 17 17,0-18-17,0-17 1,0 17 0,0-18-16,-35 1 15,17 35 1,-17-35-16,-36 52 15,1-34 1,17-1 0,0 18-1,18-53 1,-1 0 0,1 17-1,0-17 16,-36 18-15,1 17 0,17-17-1,17-18 1,1 0-16,18 0 16,-1 0-1,-17 0 1,-1 18-1,-17-1 1,0-17 0,-52 35 15,-36-35-15,35 18-1,35-18 1,36 0-1,17 0 64,1 0-64,-19 0 1,36 18 421</inkml:trace>
  <inkml:trace contextRef="#ctx0" brushRef="#br0" timeOffset="5974.25">12929 5997 0,'-17'0'172,"-107"71"-126,89-54-30,17 1 47,-17 0-48,17-1 63,1 1-62,-1 0 0,0-18-1,1 17 16,17 1-15,-18-18 0,-17 35-1,35-17 1,-53-1 0,35 1 15,-17 70 0,17-88-31,-17 36 31,35-1-15,-18-18-16,1 1 16,-1 35-1,18 0 1,0-18 15,0-17 16,-17 52-31,17-52-1,0 0 16,0 17 1,0-17-17,0 17 1,0 0 0,0 18 15,0-35-16,0-1 17,35-17-17,-18 0 1,36 0 0,-17 0 15,122 0-16,-87 0 17,-18 0-1,-35 0-15,17 0-1,53 0 1,0 0-1,-35 0 1,-35 0 47,17 0-48,71 0 1,-36 36-1,-34-36 1,17 0 78,-36 17 109,1 1-62</inkml:trace>
  <inkml:trace contextRef="#ctx0" brushRef="#br0" timeOffset="9473.02">13300 9243 0,'-18'0'203,"0"0"-188,-17 0 1,0 0 0,0 0-1,-1 0 1,1 0 0,0 0-1,17 0 16,-17 0 32,0 0-32,-1 0-15,19 0 31,-19 0-32,1 0 1,0 0 0,0 0-1,17 0 1,0 0-1,-17 0 1,17 0 0,-17 0-1,0 0 48,-18 17-48,35 1 1,1-18 0,-19 0 31,19 0-32,-1 0 16,0 35 1,-35-17-17,36 0 17,-1-1-17,1 1 1,-1 35 15,18-18 0,-18-35-15,18 35 15,0-17-15,0 17-1,0-17 17,0 0-17,0 17 1,0 0 0,0-17-16,0 17 31,0-17-16,0-1 17,0 19-17,0-1 32,18-18-16,-18 19-15,18-19 15,-18 1-15,0 17 0,0 1-1,0-1 1,0 71-1,-18-71 1,18 18 15,0 0-15,0-18 0,0 0-16,18-35 250,34 18-235,54 0 1,-17-18-1,-37 0 1,1 0 0,0-18-1,-35 18 17,0 0-17,34 0 1,1 0 15,-35 0-31,17 0 16,18 0-1,-18 0 1,1 0 0,17 0 15,-36 0-16</inkml:trace>
  <inkml:trace contextRef="#ctx0" brushRef="#br0" timeOffset="12561.66">8608 9454 0,'17'0'235,"1"0"-220,53-52 1,-36 52 15,-17 0-31,17-18 16,18 18 0,17-18-1,-34 1 1,-19 17-1,1 0 1,-1 0 0,1-18-1,35 18 1,-18 0 0,18 0-1,-18 0 1,1 0 15,-1 0 0,36 0-15,-18 0 15,-18 0 16,0 18-31,0-1-1,54 1 1,-37 0-16,-34-18 16,0 17-16,-1-17 15,1 35 16,0-17-15,17-18 0,0 71-1,-17-54 1,-1 1 15,1 0-15,0-1 15,-18 1-15,0-1 15,35 54-15,-35-53 15,0 35-16,0-18 1,0 0 0,0 18-1,0-18 17,0-17-17,-18 17 1,1-17-1,-1-18 1,18 18-16,-18 17 16,1 0-1,-1-35 1,1 35 15,-1-17-15,0 0 15,-17-1 141,-18 36-141,0-53 16,36 35-31,-1-35-1,0 36 1,-17-19 62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2T09:33:14.3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11677 6421 0,'-35'0'47,"-1"0"-32,1 0 1,17 0-1,1 0 1,-18 0 15,-18 0-15,17 0 15,1 0 0,17 0 1,1 0-1,-1 0-15,1 0 15,-1 0-16,-17 0 1,-1-18 15,1 18-31,-18-18 16,35 18-16,1 0 16,-36-17-1,35 17 48,1 0-32,-19 0 0,1 0-15,0 0 15,17 0 0,-35-18-15,0 18 0,18-35-1,17 17 1,1 18 140,-18 0-125,-1 35-15,-34-17 0,70 0-1,-36-1 126,19 1-126,-1 0 1,0-1 0,-17 18 31,35-17-32,-35 0 1,35 17-1,0-17 1,-35-1 0,17 19 15,0-36 63,1 0-32,-19 35-31,-16-18 157,34 19-141,18-19-32,-71 107 17,36-71-17,17 17 1,1-70 0,17 36-16,0-19 15,-18 19-15,18 34 31,0-35-15,0 1 0,0-19-1,0 19 17,0 34-17,0-17 1,18-18-1,-18 1 1,17-1 0,-17 0-1,0 0 1,18 1 0,-18-19-16,0 36 15,0-17 1,0 16-1,0 1 1,0 0 0,0 0-1,0 0 17,0-18-17,0 1 1,0 17-1,0-36-15,0 1 16,0 52 0,0-34-1,0-19 1,35 19 15,-35 17-15,0-1-1,0-34 1,0 17 0,0 1-1,0 17 1,0-18 0,0-18-16,0 1 15,0 17-15,36 36 16,-36 0-1,17-36 1,-17 0 0,0 0-1,36 1 1,-36-19 0,0 36 15,0-18-16,17-17 1,-17 0 0,18 17-1,-18 18 17,0-35-1,0 17-16,0-18 1,0 36 0,-18 18-1,1-36 1,17 1 0,0-19-1,0 18 1,0 1-1,-36-1 1,19 0 15,17-17-31,0 0 32,0 34-17,0-16 16,0-1-15,0-17 0,0-1-1,0 1 1,0 0 0,0-1-1,0 18 48,17-35-32,54 53 0,-71-35-15,17 0-1,19-1 1,34-17 0,-17 18-1,-18-18 1,-17 0 0,0 0 15,35 18-16,-53-1 1,35-17 0,-17 0 46,35 0-31,-1 18-15,-52 0 0,36-18 46,-19 0-46,1 17-1,17-17 1,1 0-16,-19 18 16,-17-1-1,53 1 1,-35-18 0,35 0-1,-18 18 1,-17-18 31,34 0-32,-16 0 1,-19 0 0,1 0-16,0 0 15,-1 0 1,19 0-1,17 0 1,-18 17 0,0 1-1,-17-18 1,17 0 0,0 0-1,18 0 16,-35 0 1,-1 0-17,19 0 1,-1 0-16,18 0 31,-18 0-15,-17 0-1,-1 0 1,19 0 15,-1 0 1,18 0-17,0-35 1,0 35 15,-36 0-31,19-18 31,52-17 1,-53 35-17,-17 0 1,-1-35-1,19 17 1,-19 0 0,36-17-1,-17-18 1,-19 18 0,18-1-16,-17 1 15,53-106 1,-36 71-1,-17-19 1,35 1 0,-18-18-1,-18-17 1,19-1 0,17 1 15,-36-36-16,19 53 1,-1-35 15,-35 88-31,53-88 16,-53 53 0,17 17 15,1-17-16,-18 53 1,0-18 0,0-35-1,0 53 1,0-18 0,0-18-1,0 18-15,0 36 16,0-125 15,0-34 0,0 53-15,0 34 0,-35 19-1,17-1 1,0 18-1,1 0 1,17 36 15,0-1-15,-18-35 0,1 53-1,17-17 16,-18-1-15,-17 0 0,35 1 15,-36-19-15,1 19-1,-18-19 1,18 19-1,0-1 1,17 1 0,-17 17-16,-1-18 15,-52 18 1,18-35 0,-1 35-1,18 0 1,18 0-1,0 0 17,17 0 30,0 0-46,-17 0-16,0 0 15,-18-18 1,18 18 0,-18-18-1,17 1 32,-17-1-31,18 0-1,0-17 1,17 35 15,-17-35-15</inkml:trace>
  <inkml:trace contextRef="#ctx0" brushRef="#br0" timeOffset="3689.92">8661 12471 0,'0'-36'110,"0"54"-79,0 0-15,17 17-1,1 18 1,-18-18-1,35 0 1,-17-17 0,0 0 15,-18 17 0,17 0-15,-17-17 15,18 0-15,-18-1 15,35 18 0,-17 1-15,-1-1-1,19-17 1,17-1 0,-53 1-1,35 0 17,0-1-17,-17-17 1,35 18-1,-18-18 1,-17 17 0,17-17-16,0 18 15,0-18 1,1 18 0,-1-18 15,18 17-16,-18 1 1,0 0 0,36 17-1,-36-17 1,1-18 0,-19 17 15,18-17-16,-17 18 1,0-18 0,17 35-1,-17-35 1,-1 0 0,36 35-1,-18-17 1,1-18-1,-1 0 32,0 0-31,-17 0-16,17 18 16,36-18-1,-18 17 1,-18-17-1,-17 18 1,17-18 0,0 0-1,36 0 17,87 0-17,-87 0 1,-53 0-16,-1 0 15,1 0-15,0 0 16,-1 0 0,19 0-1,16 0 1,37 0 15,16 18-15,-69-18-1,-19 0 1,1 0 0,17 0-1,1 0 1,-19 0-16,18 0 16,54 0-1,-36 17-15,0 1 16,52 0-1,-52-18 1,-17 0 0,-1 0-1,18 0 1,0 0 15,0 0 0,70 0-15,1 0 0,-107 0-16,36 0 15,71 0 17,-89 0-17,0 0 1,71 0-1,-18-18 1,18 18 0,-35 0-1,-19 0 1,-16-18 15,-19 18-15,19-17-16,52-1 47,53-17-16,-123 35-15,17-18-1,18 18 1,0-18-1,35 1 1,-53-18 0,0 17-1,18 0 1,-17 1-16,-1-19 16,35-17-1,-34 18 1,-19 35 15,1 0-15,35-35 15,0 0 16,-36-1-32,1 1 1,0-18 0,17 35-16,-35-17 15,35-71 1,-35 18 0,36 18-1,-19-19 1,36-34-1,-53 17 1,53-35 0,-18 0-1,1 35 1,-19 71 15,-17 70 79,0 18 15</inkml:trace>
  <inkml:trace contextRef="#ctx0" brushRef="#br0" timeOffset="7798.03">8731 16245 0,'0'-17'47,"18"-1"-32,0 0 17,-1-34-1,18-1-15,1 0 15,-19 35-16,1-17 1,0 35 0,-18-18-1,17 1 17,1-36-17,0 35 1,17-17 15,-35 17-15,0 0-1,35 1 1,-17-18 0,-1-1-1,-17 19 1,18-19-1,0 19 1,17-1 0,-17-17-1,-1 17 1,1 18-16,-18-18 16,0-17-1,17 35-15,-17-35 31,36 17-15,-19 1 47,19-19-48,-19 36 16,19 0-15,-19 0 0,19 0-1,-1 0 1,0 0 0,36-35-1,-1 35 48,-35 0-48,1 0 1,17 0 0,17 0-1,18 0 1,-52 0-16,-1 0 15,124 0 1,-53 0 0,17-18-1,-70 18 1,-18 0 0,0 0-1,1 0 1,17 0-1,17 0 1,1 0 15,35-35-15,-71 18-16,0 17 16,-17 0-1,17-18 1,-17 18-1,17 0 1,0 0 0,1 0-1,16 0 1,19 0 0,17 0-1,-17 0 16,105 0-15,-141 0-16,1 0 16,34 18-1,-34-18 17,16 0-1,-34 0-16,0 0 1,-1 0 15,1 0 1,53 0-17,-36 0 1,0 0-1,18 17 1,-18 1 15,71-1-15,-35-17 0,52 0 15,-52 18-16,-36 0 1,36-18 0,-54 0-16,1 0 15,35 0 1,-36 17-16,19 1 16,17 0-1,-36-18 16,36 0-15,-18 0 47,1 0-48,-19 0-15,54 0 31,-18 17-15,-36-17 15,1 0 1,53 0-17,-36 0 1,-17 0-1,17 0 17,-17 0-17,-1 0 1,18 0-16,18 18 62,-17 0-30,34-1-1,-17 36-15,-18-35-1,1-1 1,-19 36-1,19-35 17,-36 17-17,17-17 1,1 17 0,-1 18-1,-17-35 1,18 35-1,17 0 1,-35-18 0,18 18-1,0 17 17,17 1-1,-35-54-31,35 19 15,-17-1 1,0 0 0,17-35 109</inkml:trace>
  <inkml:trace contextRef="#ctx0" brushRef="#br0" timeOffset="10159.59">8537 12259 0,'35'0'188,"-17"18"-141,0-1-32,-18 19 1,17-1 15,-17-18 0,18 1 32,0 35 15,-1-53-62,-17 35-1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CBDE4-E2E1-41D4-8BCC-B84BF76AB1AC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B6D3DBF-146D-4070-876B-4050E58DF8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30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1BD201D-D279-4C6C-90AE-28E291AB790C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434705C-A37F-4A9D-8481-A71BAC1F8B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91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22865-FC9B-4BED-9009-A9B7CF323C81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A56E197-A542-47A8-8428-E8ECB7996B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15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78897E-FE8F-40C4-9D6D-BDB021FE0BBA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59AC6A-C5ED-4D04-A453-191AA9CCF0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89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6B554A-AED6-4644-A533-C6E4F9D1B9E2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F045E-6D80-4D40-8536-5C754F1956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8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B312F68-6F53-411A-B46E-9C576D6DC445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F44105B-97A1-4B22-A58F-0A7F153A8B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87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8765D-0E40-4601-9F19-53384B53812F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58D53-F44E-4209-B5D5-045045111A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65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1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Straight Connector 1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1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252E8DC-CFB8-45BF-9B59-B16DE6188751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116B6D8-F3E0-463C-A343-37C1651E67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9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1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1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2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D435F7B-89BA-4AEB-8847-0E97035205A1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1CF73C4-D3DC-4B67-9A7B-ACFCE8C747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75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2D6E5-6378-4B8A-9834-AA715042D83A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AD8092-93DB-4D30-84C7-BE993A0E79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60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FC19CF-C531-48A4-AFA3-FF821EFF00A8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0ED84-11EF-4A85-8BFB-D9777126CF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5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03E693B-30E0-4DB1-B6DF-75D7820BB5CE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32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4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 smtClean="0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pPr>
              <a:defRPr/>
            </a:pPr>
            <a:fld id="{8AF05010-CFEF-43E7-9010-6B78D48270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66" r:id="rId4"/>
    <p:sldLayoutId id="2147483967" r:id="rId5"/>
    <p:sldLayoutId id="2147483974" r:id="rId6"/>
    <p:sldLayoutId id="2147483968" r:id="rId7"/>
    <p:sldLayoutId id="2147483975" r:id="rId8"/>
    <p:sldLayoutId id="2147483976" r:id="rId9"/>
    <p:sldLayoutId id="2147483969" r:id="rId10"/>
    <p:sldLayoutId id="214748397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customXml" Target="../ink/ink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3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customXml" Target="../ink/ink4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customXml" Target="../ink/ink5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2362200"/>
            <a:ext cx="7086600" cy="1524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Simplification of Boolean Functions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	</a:t>
            </a:r>
          </a:p>
        </p:txBody>
      </p:sp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2362200" y="3581400"/>
            <a:ext cx="6172200" cy="1371600"/>
          </a:xfrm>
        </p:spPr>
        <p:txBody>
          <a:bodyPr/>
          <a:lstStyle/>
          <a:p>
            <a:pPr eaLnBrk="1" hangingPunct="1"/>
            <a:r>
              <a:rPr lang="en-US" sz="2800"/>
              <a:t>Veitch-Karnaugh diagrams</a:t>
            </a:r>
          </a:p>
        </p:txBody>
      </p:sp>
      <p:pic>
        <p:nvPicPr>
          <p:cNvPr id="819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Definitions (I)</a:t>
            </a:r>
          </a:p>
        </p:txBody>
      </p:sp>
      <p:sp>
        <p:nvSpPr>
          <p:cNvPr id="9219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14400"/>
            <a:ext cx="7772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238" y="79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421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Definitions (II)</a:t>
            </a:r>
          </a:p>
        </p:txBody>
      </p:sp>
      <p:pic>
        <p:nvPicPr>
          <p:cNvPr id="1024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550" y="-15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90600"/>
            <a:ext cx="8089583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73162"/>
          </a:xfrm>
        </p:spPr>
        <p:txBody>
          <a:bodyPr/>
          <a:lstStyle/>
          <a:p>
            <a:r>
              <a:rPr lang="en-US" sz="2800" b="1" u="sng" dirty="0"/>
              <a:t>Factorization</a:t>
            </a:r>
            <a:r>
              <a:rPr lang="en-US" sz="2800" b="1" dirty="0"/>
              <a:t> </a:t>
            </a:r>
            <a:r>
              <a:rPr lang="en-US" sz="2800" b="1" i="1" dirty="0"/>
              <a:t>- examples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8" y="2222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7801"/>
            <a:ext cx="8000999" cy="309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493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Definitions (III)</a:t>
            </a:r>
          </a:p>
        </p:txBody>
      </p:sp>
      <p:sp>
        <p:nvSpPr>
          <p:cNvPr id="11267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23" y="990600"/>
            <a:ext cx="8077200" cy="528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8" y="2222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/>
              <a:t>Simplification of Boolean Functions</a:t>
            </a:r>
          </a:p>
        </p:txBody>
      </p:sp>
      <p:sp>
        <p:nvSpPr>
          <p:cNvPr id="12291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/>
          </a:p>
        </p:txBody>
      </p:sp>
      <p:pic>
        <p:nvPicPr>
          <p:cNvPr id="1229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7696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301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400" b="1" dirty="0"/>
              <a:t>Simplification Algorithm</a:t>
            </a:r>
          </a:p>
        </p:txBody>
      </p:sp>
      <p:pic>
        <p:nvPicPr>
          <p:cNvPr id="1331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8" y="79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88" y="816725"/>
            <a:ext cx="7696200" cy="53768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u="sng" dirty="0"/>
              <a:t>Simplification Methods</a:t>
            </a:r>
          </a:p>
        </p:txBody>
      </p:sp>
      <p:pic>
        <p:nvPicPr>
          <p:cNvPr id="1433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905000"/>
            <a:ext cx="8077200" cy="3048000"/>
          </a:xfrm>
          <a:noFill/>
        </p:spPr>
      </p:pic>
      <p:pic>
        <p:nvPicPr>
          <p:cNvPr id="1434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238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467600" cy="5635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700" b="1" dirty="0" err="1"/>
              <a:t>Veitch-Karnaugh</a:t>
            </a:r>
            <a:r>
              <a:rPr lang="en-US" sz="2700" b="1" dirty="0"/>
              <a:t> </a:t>
            </a:r>
            <a:r>
              <a:rPr lang="en-US" sz="2700" dirty="0"/>
              <a:t>Diagrams Method</a:t>
            </a:r>
            <a:br>
              <a:rPr lang="en-US" dirty="0"/>
            </a:br>
            <a:endParaRPr lang="en-US" dirty="0"/>
          </a:p>
        </p:txBody>
      </p:sp>
      <p:pic>
        <p:nvPicPr>
          <p:cNvPr id="1536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09600"/>
            <a:ext cx="50180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391131" y="1879106"/>
            <a:ext cx="6781800" cy="1080490"/>
          </a:xfrm>
          <a:prstGeom prst="rect">
            <a:avLst/>
          </a:prstGeom>
        </p:spPr>
      </p:pic>
      <p:pic>
        <p:nvPicPr>
          <p:cNvPr id="1536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825" y="-15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125" y="1317357"/>
            <a:ext cx="6797675" cy="5811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916" y="2959596"/>
            <a:ext cx="6792884" cy="12865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27" y="4246184"/>
            <a:ext cx="6794804" cy="192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00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7467600" cy="4572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 err="1"/>
              <a:t>Veitch-Karnaugh</a:t>
            </a:r>
            <a:r>
              <a:rPr lang="en-US" b="1" dirty="0"/>
              <a:t> Diagrams Method</a:t>
            </a:r>
            <a:br>
              <a:rPr lang="en-US" dirty="0"/>
            </a:br>
            <a:endParaRPr lang="en-US" dirty="0"/>
          </a:p>
        </p:txBody>
      </p:sp>
      <p:sp>
        <p:nvSpPr>
          <p:cNvPr id="1638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79575"/>
            <a:ext cx="7467600" cy="4873625"/>
          </a:xfrm>
        </p:spPr>
        <p:txBody>
          <a:bodyPr/>
          <a:lstStyle/>
          <a:p>
            <a:endParaRPr lang="en-US"/>
          </a:p>
        </p:txBody>
      </p:sp>
      <p:pic>
        <p:nvPicPr>
          <p:cNvPr id="1638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786765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9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ro-RO" sz="2600" b="1" dirty="0"/>
              <a:t>Examples of factorizations</a:t>
            </a:r>
            <a:r>
              <a:rPr lang="en-US" sz="2600" b="1" dirty="0"/>
              <a:t> (I)</a:t>
            </a:r>
            <a:endParaRPr lang="en-US" sz="2600" dirty="0"/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371600"/>
            <a:ext cx="7467600" cy="4584700"/>
          </a:xfrm>
          <a:noFill/>
        </p:spPr>
      </p:pic>
      <p:pic>
        <p:nvPicPr>
          <p:cNvPr id="1741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B734966-0ED5-5F8E-0760-8BDD28D11B6C}"/>
                  </a:ext>
                </a:extLst>
              </p14:cNvPr>
              <p14:cNvContentPartPr/>
              <p14:nvPr/>
            </p14:nvContentPartPr>
            <p14:xfrm>
              <a:off x="3422520" y="2597040"/>
              <a:ext cx="1886400" cy="2991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B734966-0ED5-5F8E-0760-8BDD28D11B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13160" y="2587680"/>
                <a:ext cx="1905120" cy="3009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dirty="0"/>
              <a:t>Examples of factorizations</a:t>
            </a:r>
            <a:r>
              <a:rPr lang="en-US" b="1" dirty="0"/>
              <a:t> (II)</a:t>
            </a:r>
            <a:endParaRPr lang="en-US" dirty="0"/>
          </a:p>
        </p:txBody>
      </p:sp>
      <p:pic>
        <p:nvPicPr>
          <p:cNvPr id="1843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143000"/>
            <a:ext cx="7467600" cy="4684713"/>
          </a:xfrm>
          <a:noFill/>
        </p:spPr>
      </p:pic>
      <p:pic>
        <p:nvPicPr>
          <p:cNvPr id="1843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238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666B759-0C73-2A7D-10C1-B71EB6340AB3}"/>
                  </a:ext>
                </a:extLst>
              </p14:cNvPr>
              <p14:cNvContentPartPr/>
              <p14:nvPr/>
            </p14:nvContentPartPr>
            <p14:xfrm>
              <a:off x="3130560" y="1447920"/>
              <a:ext cx="2076840" cy="3061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666B759-0C73-2A7D-10C1-B71EB6340A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21200" y="1438560"/>
                <a:ext cx="2095560" cy="307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dirty="0"/>
              <a:t>Examples of factorizations</a:t>
            </a:r>
            <a:r>
              <a:rPr lang="en-US" b="1" dirty="0"/>
              <a:t> (III)</a:t>
            </a:r>
            <a:endParaRPr lang="en-US" dirty="0"/>
          </a:p>
        </p:txBody>
      </p:sp>
      <p:pic>
        <p:nvPicPr>
          <p:cNvPr id="19459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905000"/>
            <a:ext cx="7467600" cy="4648200"/>
          </a:xfrm>
          <a:noFill/>
        </p:spPr>
      </p:pic>
      <p:pic>
        <p:nvPicPr>
          <p:cNvPr id="1946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762000"/>
            <a:ext cx="71628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60308E-A0C4-A733-93BB-DD21526E6784}"/>
                  </a:ext>
                </a:extLst>
              </p14:cNvPr>
              <p14:cNvContentPartPr/>
              <p14:nvPr/>
            </p14:nvContentPartPr>
            <p14:xfrm>
              <a:off x="3098880" y="2355840"/>
              <a:ext cx="1505160" cy="3765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60308E-A0C4-A733-93BB-DD21526E678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89520" y="2346480"/>
                <a:ext cx="1523880" cy="3784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dirty="0"/>
              <a:t>Examples of factorizations</a:t>
            </a:r>
            <a:r>
              <a:rPr lang="en-US" b="1" dirty="0"/>
              <a:t> (IV)</a:t>
            </a:r>
            <a:endParaRPr lang="en-US" dirty="0"/>
          </a:p>
        </p:txBody>
      </p:sp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76400"/>
            <a:ext cx="6526213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65532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1C629E-B71B-ED2C-B78D-F63E4E78DE66}"/>
                  </a:ext>
                </a:extLst>
              </p14:cNvPr>
              <p14:cNvContentPartPr/>
              <p14:nvPr/>
            </p14:nvContentPartPr>
            <p14:xfrm>
              <a:off x="3003480" y="2158920"/>
              <a:ext cx="1816560" cy="4001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1C629E-B71B-ED2C-B78D-F63E4E78DE6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94120" y="2149560"/>
                <a:ext cx="1835280" cy="401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dirty="0"/>
              <a:t>Examples of factorizations</a:t>
            </a:r>
            <a:r>
              <a:rPr lang="en-US" b="1" dirty="0"/>
              <a:t> (V)</a:t>
            </a:r>
            <a:endParaRPr lang="en-US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762000"/>
            <a:ext cx="65532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05000"/>
            <a:ext cx="6608763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8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958EBB0-85B6-2841-B9EE-33FBA70656B3}"/>
                  </a:ext>
                </a:extLst>
              </p14:cNvPr>
              <p14:cNvContentPartPr/>
              <p14:nvPr/>
            </p14:nvContentPartPr>
            <p14:xfrm>
              <a:off x="3073320" y="2266920"/>
              <a:ext cx="1968840" cy="3600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958EBB0-85B6-2841-B9EE-33FBA70656B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63960" y="2257560"/>
                <a:ext cx="1987560" cy="3619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Veitch-Karnaugh</a:t>
            </a:r>
            <a:r>
              <a:rPr lang="en-US" dirty="0"/>
              <a:t> Diagrams Method</a:t>
            </a:r>
            <a:br>
              <a:rPr lang="en-US" dirty="0"/>
            </a:br>
            <a:endParaRPr lang="en-US" dirty="0"/>
          </a:p>
        </p:txBody>
      </p:sp>
      <p:sp>
        <p:nvSpPr>
          <p:cNvPr id="22531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/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0600"/>
            <a:ext cx="8086725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225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800" b="1" dirty="0"/>
              <a:t>Example 1</a:t>
            </a:r>
            <a:r>
              <a:rPr lang="en-US" b="1" dirty="0"/>
              <a:t>. </a:t>
            </a:r>
            <a:r>
              <a:rPr lang="en-US" sz="2400" b="1" dirty="0"/>
              <a:t>simplify the Boolean function</a:t>
            </a:r>
            <a:r>
              <a:rPr lang="en-US" sz="2400" dirty="0"/>
              <a:t>:</a:t>
            </a:r>
          </a:p>
        </p:txBody>
      </p:sp>
      <p:pic>
        <p:nvPicPr>
          <p:cNvPr id="2355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7543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500" y="6985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800" b="1" dirty="0"/>
              <a:t>Example 1 </a:t>
            </a:r>
            <a:r>
              <a:rPr lang="en-US" sz="3200" b="1" dirty="0"/>
              <a:t>– </a:t>
            </a:r>
            <a:r>
              <a:rPr lang="en-US" sz="2400" b="1" dirty="0"/>
              <a:t>Factorization process</a:t>
            </a:r>
          </a:p>
        </p:txBody>
      </p:sp>
      <p:pic>
        <p:nvPicPr>
          <p:cNvPr id="2457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1219200"/>
            <a:ext cx="762952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3713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sz="2800" b="1" dirty="0"/>
              <a:t>Example 1</a:t>
            </a:r>
            <a:r>
              <a:rPr lang="en-US" sz="2400" b="1" dirty="0"/>
              <a:t>(contd.)</a:t>
            </a: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66800"/>
            <a:ext cx="7924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39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dirty="0"/>
              <a:t>Example 2. simplify the Boolean function</a:t>
            </a:r>
            <a:r>
              <a:rPr lang="en-US" sz="2600" dirty="0"/>
              <a:t>:</a:t>
            </a:r>
          </a:p>
        </p:txBody>
      </p:sp>
      <p:pic>
        <p:nvPicPr>
          <p:cNvPr id="2662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836815"/>
            <a:ext cx="4191000" cy="4638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1300641"/>
            <a:ext cx="4876800" cy="7307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209800"/>
            <a:ext cx="2743200" cy="2400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00" y="2686145"/>
            <a:ext cx="5277371" cy="22479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558" y="4888298"/>
            <a:ext cx="5417820" cy="142436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30619" y="2081694"/>
            <a:ext cx="3679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Representation using Veitch diagram:</a:t>
            </a:r>
          </a:p>
        </p:txBody>
      </p:sp>
    </p:spTree>
    <p:extLst>
      <p:ext uri="{BB962C8B-B14F-4D97-AF65-F5344CB8AC3E}">
        <p14:creationId xmlns:p14="http://schemas.microsoft.com/office/powerpoint/2010/main" val="18605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035" y="0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800" b="1" dirty="0"/>
              <a:t>Example 2- </a:t>
            </a:r>
            <a:r>
              <a:rPr lang="en-US" sz="2400" b="1" dirty="0"/>
              <a:t>Simplified forms</a:t>
            </a:r>
          </a:p>
        </p:txBody>
      </p:sp>
      <p:pic>
        <p:nvPicPr>
          <p:cNvPr id="2765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38" y="861436"/>
            <a:ext cx="7848600" cy="19447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034" y="2939749"/>
            <a:ext cx="3524365" cy="29705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806145"/>
            <a:ext cx="3581400" cy="305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31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dirty="0"/>
              <a:t>Example 3. simplify the Boolean function</a:t>
            </a:r>
          </a:p>
        </p:txBody>
      </p:sp>
      <p:pic>
        <p:nvPicPr>
          <p:cNvPr id="2867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66800"/>
            <a:ext cx="7452986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841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639762"/>
          </a:xfrm>
        </p:spPr>
        <p:txBody>
          <a:bodyPr/>
          <a:lstStyle/>
          <a:p>
            <a:pPr>
              <a:defRPr/>
            </a:pPr>
            <a:r>
              <a:rPr lang="en-US" sz="2600" b="1" u="sng" dirty="0"/>
              <a:t>Example 4</a:t>
            </a:r>
            <a:r>
              <a:rPr lang="en-US" sz="2600" b="1" dirty="0"/>
              <a:t>. simplify the Boolean function</a:t>
            </a:r>
            <a:endParaRPr lang="en-US" sz="2600" dirty="0"/>
          </a:p>
        </p:txBody>
      </p:sp>
      <p:pic>
        <p:nvPicPr>
          <p:cNvPr id="2970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01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35" y="1066800"/>
            <a:ext cx="4724400" cy="10584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1371600"/>
            <a:ext cx="3022604" cy="40331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35" y="2620685"/>
            <a:ext cx="4724400" cy="15350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048" y="4419600"/>
            <a:ext cx="5181239" cy="90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dirty="0"/>
              <a:t>Example 4 (contd.)</a:t>
            </a:r>
            <a:endParaRPr lang="en-US" sz="2600" dirty="0"/>
          </a:p>
        </p:txBody>
      </p:sp>
      <p:pic>
        <p:nvPicPr>
          <p:cNvPr id="3072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175" y="-793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73" y="784224"/>
            <a:ext cx="4015927" cy="53897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371" y="784224"/>
            <a:ext cx="3910356" cy="531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281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600" b="1" dirty="0"/>
              <a:t>Example 4 (contd.)</a:t>
            </a:r>
            <a:endParaRPr lang="en-US" sz="2600" dirty="0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8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6AA527AC66B043A6ABC545F551704A" ma:contentTypeVersion="3" ma:contentTypeDescription="Create a new document." ma:contentTypeScope="" ma:versionID="97a2385d722cea148fbecd8373c0197d">
  <xsd:schema xmlns:xsd="http://www.w3.org/2001/XMLSchema" xmlns:xs="http://www.w3.org/2001/XMLSchema" xmlns:p="http://schemas.microsoft.com/office/2006/metadata/properties" xmlns:ns2="83b6afff-f0de-42d1-ac40-a6c349a96d7c" targetNamespace="http://schemas.microsoft.com/office/2006/metadata/properties" ma:root="true" ma:fieldsID="5c71c8b861efdf17f4fa8dee3c817f76" ns2:_="">
    <xsd:import namespace="83b6afff-f0de-42d1-ac40-a6c349a96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b6afff-f0de-42d1-ac40-a6c349a96d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F730F96-E738-4BAB-AE35-82E62F5C517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10F16D-B633-4CB4-B974-1A1D0580A330}"/>
</file>

<file path=customXml/itemProps3.xml><?xml version="1.0" encoding="utf-8"?>
<ds:datastoreItem xmlns:ds="http://schemas.openxmlformats.org/officeDocument/2006/customXml" ds:itemID="{D9D5F5EC-1746-4042-A698-09072A41334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10982</TotalTime>
  <Words>135</Words>
  <Application>Microsoft Office PowerPoint</Application>
  <PresentationFormat>On-screen Show (4:3)</PresentationFormat>
  <Paragraphs>27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Century Schoolbook</vt:lpstr>
      <vt:lpstr>Wingdings</vt:lpstr>
      <vt:lpstr>Wingdings 2</vt:lpstr>
      <vt:lpstr>Oriel</vt:lpstr>
      <vt:lpstr>Simplification of Boolean Functions    </vt:lpstr>
      <vt:lpstr>Definitions (I)</vt:lpstr>
      <vt:lpstr>Definitions (II)</vt:lpstr>
      <vt:lpstr>Factorization - examples  </vt:lpstr>
      <vt:lpstr>Definitions (III)</vt:lpstr>
      <vt:lpstr>Simplification of Boolean Functions</vt:lpstr>
      <vt:lpstr>Simplification Algorithm</vt:lpstr>
      <vt:lpstr>Simplification Methods</vt:lpstr>
      <vt:lpstr>Veitch-Karnaugh Diagrams Method </vt:lpstr>
      <vt:lpstr>Veitch-Karnaugh Diagrams Method </vt:lpstr>
      <vt:lpstr>Examples of factorizations (I)</vt:lpstr>
      <vt:lpstr>Examples of factorizations (II)</vt:lpstr>
      <vt:lpstr>Examples of factorizations (III)</vt:lpstr>
      <vt:lpstr>Examples of factorizations (IV)</vt:lpstr>
      <vt:lpstr>Examples of factorizations (V)</vt:lpstr>
      <vt:lpstr>Veitch-Karnaugh Diagrams Method </vt:lpstr>
      <vt:lpstr>Example 1. simplify the Boolean function:</vt:lpstr>
      <vt:lpstr>Example 1 – Factorization process</vt:lpstr>
      <vt:lpstr>Example 1(contd.)</vt:lpstr>
      <vt:lpstr>Example 2. simplify the Boolean function:</vt:lpstr>
      <vt:lpstr>Example 2- Simplified forms</vt:lpstr>
      <vt:lpstr>Example 3. simplify the Boolean function</vt:lpstr>
      <vt:lpstr>Example 4. simplify the Boolean function</vt:lpstr>
      <vt:lpstr>Example 4 (contd.)</vt:lpstr>
      <vt:lpstr>Example 4 (contd.)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First-order (predicate) Logic</dc:title>
  <dc:creator>LEN</dc:creator>
  <cp:lastModifiedBy>Mihaela-Ana Lupea</cp:lastModifiedBy>
  <cp:revision>233</cp:revision>
  <dcterms:created xsi:type="dcterms:W3CDTF">2017-10-28T06:03:07Z</dcterms:created>
  <dcterms:modified xsi:type="dcterms:W3CDTF">2025-12-02T18:24:06Z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0x010100C26AA527AC66B043A6ABC545F551704A</vt:lpwstr>
  </property>
</Properties>
</file>
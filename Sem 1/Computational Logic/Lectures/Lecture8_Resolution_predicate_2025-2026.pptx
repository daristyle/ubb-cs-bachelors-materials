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notesMasterIdLst>
    <p:notesMasterId r:id="rId29"/>
  </p:notesMasterIdLst>
  <p:sldIdLst>
    <p:sldId id="260" r:id="rId5"/>
    <p:sldId id="272" r:id="rId6"/>
    <p:sldId id="282" r:id="rId7"/>
    <p:sldId id="273" r:id="rId8"/>
    <p:sldId id="274" r:id="rId9"/>
    <p:sldId id="287" r:id="rId10"/>
    <p:sldId id="276" r:id="rId11"/>
    <p:sldId id="277" r:id="rId12"/>
    <p:sldId id="278" r:id="rId13"/>
    <p:sldId id="294" r:id="rId14"/>
    <p:sldId id="279" r:id="rId15"/>
    <p:sldId id="289" r:id="rId16"/>
    <p:sldId id="292" r:id="rId17"/>
    <p:sldId id="291" r:id="rId18"/>
    <p:sldId id="263" r:id="rId19"/>
    <p:sldId id="264" r:id="rId20"/>
    <p:sldId id="261" r:id="rId21"/>
    <p:sldId id="265" r:id="rId22"/>
    <p:sldId id="290" r:id="rId23"/>
    <p:sldId id="298" r:id="rId24"/>
    <p:sldId id="267" r:id="rId25"/>
    <p:sldId id="268" r:id="rId26"/>
    <p:sldId id="269" r:id="rId27"/>
    <p:sldId id="270" r:id="rId28"/>
  </p:sldIdLst>
  <p:sldSz cx="9144000" cy="6858000" type="screen4x3"/>
  <p:notesSz cx="6858000" cy="9144000"/>
  <p:defaultTextStyle>
    <a:defPPr>
      <a:defRPr lang="ro-R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67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09:02.002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2999 12047 0,'0'-35'47,"35"35"31,18 0-47,-36 0-15,36 0 0,-17 0-1,17 0 1,-18-18 0,-18 1-1,1 17 16,17 0-15,18 0 0,-17 0-1,34 0 1,1 0 0,17 0-1,-53 0 1,18 0-1,0 0 1,-35 0 0,17 0 46,35 0-31,-17 0-15,0 35 0,18-35-1,-36 0 1,18 0 0,-18 0-1,1 0-15,-19 0 16,36 0-1,18 0 1,-18 0-16,-18 0 16,106 0-1,-4057 0 1,8061 18 0,-4074-18 15,17 0-16,-70 0 1,-1 0 0,19 0-1,-1 0 1,0 0-16,-17 0 16,-1 0-16,19 0 15,70 0 1,-53 0-1,-18 0 1,0 0 0,18 0-1,18 0 1,-19 0 15,1 0-15,0 0-1,-17 0-15,-19 0 16,18 0-16,-17 0 16,17 0-1,-17 0-15,0 0 16,17 0 0,18 0-1,-18 0 1,18 17-1,0-17 1,35 0 0,0 0-1,18 0 1,0 0 0,-71 0-1,18 0 1,-18 0-16,-17 0 15,106 0 1,-54 0 0,-17 0-1,0 0 1,18-17 0,17 17-1,-18 0 1,1 0-1,-18 0 1,0 0 0,-18 0-1,-17 0 1,35 0-16,52 0 31,-52 0-31,18 0 31,-36 0-15,18 0 0,18-18-1,-19 18 1,-16-18 0,17 18-1,-36 0-15,19 0 16,-1 0-16,18 0 31,0 0-15,35 0-1,0 0 1,-35 0 0,0 0 15,53 0-16,-36 0 1,1 0 0,35 0-1,-4128 0-15,8114 0 16,-4056 0-16,34 0 16,-17 0-16,18 0 15,105 0 1,-17 0-1,-53 0 1,35 0 0,-53 0-1,35 0 1,18 0 0,18 0-1,70 0 16,-140 0-31,-19 0 16,36 0-16,18 0 16,-36 0-16,0 0 15,212 0 1,-141 0 0,-18 0-1,-53 0 1,-35 0-1,35 0 1,35 0 0,36-17-1,-71 17 1,-17 0 0,-1 0-16,36 0 31,-17 0-16,-37 0-15,-16 0 16,52 0 0,0 0-1,-35 0 1,0-18 0,-18 1-1,-17-1 1,17 18-1,0 0 17,1 0-17,-1 0 1,0-18-16,71 18 31,-53 0-31,70 0 16,1 0-1,35 0 1,-18 0 0,-35 0-1,17 0 1,-35 0 0,-17 0-1,-36 0-15,-17 0 16,17 0-16,0 0 15,18 0 1,-35 0-16,17 0 16,106 0-1,-53 0 1,-17 0 15,35 0-15,-18 0-1,-17 0 1,17 0 0,-35 0-1,0 0 1,0 0-16,-36 0 16,89 0-1,-18 0-15,-35 0 16,141 0-1,-53 0 1,-17 0 0,-36 0-1,-18 0 1,19 0 0,-19 0 15,-17 0-16,-18 0 1,18 0 0,18 0-1,-36 0 1,18 0 0,-35 0-1,35 0 1,-18 0 15,18 0-15,-18 0-1,0 0 1,18 0 0,-35 0-16,53 0 31,-36 0-31,0 0 15,0 0 1,71 0 0,-18 0-1,18 0 1,0 0 0,0 0-1,35 0 1,-53 0-1,-17 0 1,17 0 0,-35 0-1,-18 0 17,-17 0-32,-1 0 0,54 0 31,-36 0-16,18 0 1,35 0 0,-17 0-1,-18 0 1,-18 0 0,-4057 0-1,4058 0 48,4109 0-48,-4057 0 1,18 0 0,0 0 15,35 0-16,-71 0 1,-17 0 0,-17 0-1,-19 0 1,36 0 0,-18 0-1,-17 0-15,0 0 16,88 0-1,-71 0 1,0 0 15,18 0 1,-18 0-1,71 0-16,0 0 1,17 0 0,-34 0-1,-54 0-15,-17 0 16,105 0 0,-4056 0-1,8078 0 1,-4039 0-1,52 0 1,-17 0 0,-17 0-1,-1 0 1,-52 0 0,-18 0-1,-18 0-15,18 0 31,-35 0-31,17 0 16,35 0 0,19 0-1,16 0 1,54 0 0,18 18-1,-54 0 1,-17-18-1,-18 0 1,-17 0 0,-36 0-1,0 0 95,0 0-95,54 17 1,17 18 0,-1-17-1,-16 17 1,-1-35-1,-18 18 1,-70 0-16,36-18 297,-1 0-266,0 0 125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09:05.693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3052 12982 0,'17'-35'110,"1"35"-95,17-18 1,18 18 0,0-17-1,0 17 1,0 0 0,-18-18-1,-17-17 1,17 35-1,0 0 1,0 0 0,1 0-1,-1 0 1,0 0 0,1 0-16,69 0 31,-69 0-16,17 0 1,-18 0 0,-17 0-1,-1 0 1,1 0 0,-1 0 15,36 0-16,-17 0 1,17 0 0,-18 0-1,18 0 1,17 0 0,1 0 15,-18 0-16,35 0 1,-35 0 0,0 0-1,-36 0-15,36 0 16,-17 0-16,-19 0 16,19 17-1,-1-17 1,18 0-1,53 0 1,-18 0 0,18 0-1,-18 0 1,18 0 0,17 0-1,-17 0 16,-18 0-15,36 0 0,-107 0-16,54 0 15,-1 0 1,-17 0-16,35 0 16,1 18-1,-36-18 1,17 0-1,1 18 1,35-18 0,-18 0-1,53 0 1,-18 0 0,-34 0 15,-54 17-31,0 1 15,89-18 1,-54 0 0,36 0-1,-53 0 1,-18 0 0,36 0-1,35 0 1,-18 0-1,-18 18 1,-34-18-16,-19 0 16,18 0-16,1 0 15,-1 0 1,0 0-16,106 0 31,-35 0-15,0 17-1,-18 1 1,-35-18 0,-18 0-1,1 0 1,-19 0 15,1 0-15,35 0 46,35 0-30,0 0-1,-17 0-16,35 0 1,17 0 0,18 0-1,-35 0 1,-71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09:18.4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3087 13635 0,'17'0'15,"1"0"1,0-18-16,-1 1 78,36 17-31,-35 0-31,0 0 15,17 0-16,0 0 17,0 0-17,1 0 1,-19 0 0,19 0-1,-1-36 1,0 36-1,0 0 1,1 0 0,34-17-1,-34 17 48,-1 0-48,0 0 1,0 0 0,-17 0-1,17 0 1,-17 0 15,0 0 16,17 0-31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09:24.4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3069 13794 0,'0'17'79,"35"-17"-33,1 0-30,-19 0-16,54 0 31,-18-35 1,-36 35-1,19-18 16,-19 18 0,36 0-32,-17-17 63,-19 17-46,1 0-1,17 0 31,0 0-46,1 0 0,17 0-1,-18 0 16,0 0-15,-17 0-16,-1 0 16,36 0-1,-17 0 1,34 0 0,-17 0 15,18-18-16,-18 18 1,-18 0 0,-17 0-1,17 0 1,18 0 15,-36 0-15,1 0-16,0 0 15,17-35 1,-17 35 0,17 0-1,-18 0 1,19 0 0,-1 0-1,-17 0 16,-1 0-31,19 0 16,16 0 0,-34 0-16,0 0 15,35 0 1,-18 0-16,53 0 16,-35 0-1,-18 0 1,1 0-1,-1 0 1,0 0 0,0 0-1,1 0 1,-1 0 0,18 0 15,-18 0-16,-17 0 1,-1 0-16,19 0 16,17 0-1,-18 0 1,0 0 0,1 0-1,-1 0 1,18 0-1,0 0 1,35 0 0,-35 0-1,0 0-15,-18 0 16,0 0 0,-17 0-1,-1 0 1,19 0-1,17 0 17,-18 0-17,18 17 1,70 1 0,-87-18-16,17 18 15,52-18 1,19 0-1,-54 0 1,-34 0-16,34 0 31,-35 0-15,-17 0 0,17 0 15,1 0-16,34 0 1,1 0 0,-36 17-1,-17-17-15,17 0 16,18 0 0,-18 0-1,-17 0-15,35 18 16,35 17-1,-18-17 1,1-18 0,35 0-1,0 0 1,-53 35 0,0-35-1,17 0 16,-35 0-15,18 0 0,-17 0-1,-1 0-15,-18 0 16,19 0 0,-19 0-1,36 0 16,-17 0-15,-1 0 0,0 0-1,18 0 1,-18 0 0,1 0 15,-1 0-16,-17 0-15,-1 0 16,36 0 0,0 0-1,88 0 1,71 0 0,-36 0-1,-17 0 1,-53 0-1,-71 0 1,0 0 156,1 0-156,52 0-1,-18 0 1,1 0-1,17 0 1,-70 0-16,17 0 16,36 0-1,-3987 0 1,8131 0 0,-4073 0 15,-1 0-16,-36 0 1,-34 0 0,-36 0-16,-17 0 15,88 0 1,-53 0 0,-18 0-16,-17 0 15,52 0 1,-35 0-16,18 0 15,88 18 1,-35-18 0,18 0-1,-36 0 1,53 0 0,-70 0-1,-1 0 16,-35 0 32,1 0-47,-1 0-1,18 0 1,70 0-1,-17 0 1,35 0 0,-52 0-1,-54 17 1,0 1 0,0-18 46,1 0-46,17 0-1,-18 0 1,0 0 0,0 0-1,1 0 1,-19 0-1,19 0 892,-1 0-892,0 0 1,0 0 0,18 0-1,0 0 1,-17 0-1,-19 0 48,-4038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09:29.1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11007 14693 0,'0'-17'31,"35"17"0,0 0-15,-17 0 0,17 0-1,36 0 1,-36 0 0,53 17-1,18 18 16,53-17-15,-36 0 0,1 17-1,-18-35 1,-18 0 0,-35 0-1,-36 0-15,1 0 16,17 0-1,0 0 1,1 0 0,17 0-1,0 0 1,35 0 0,-53 0 15,36 0-16,-1-18 1,-35 18-16,-17 0 16,0 0-16,-1 0 15,36 0 1,-35 0-16,88 0 16,-18 0-1,0 0 1,18 0-1,-18 0 1,36 0 0,-1 0-1,-35 0 1,18 0 0,-18 0 15,-52 0-31,-1 0 15,53 0 1,-35 0 0,70 0-1,-34 0 1,-1 0 0,18 0-1,-36 0 1,18 0-1,18 0 1,-35 0 0,-1 0-1,-52 0-15,0 0 16,87 0 15,-16 0-15,17 0-1,-36 0 1,-17 0 0,0 0-1,53 18 1,-18-18 0,0 35-1,36-17 1,-1-18-1,-35 0-15,-52 0 16,105 0 0,-71 0-16,-52 0 15,105 0 1,-87 0 0,17 0 15,-18 0-16,-18 0 1,36 0 0,0 0-1,35 0 1,36 0 0,-89 0-16,36 0 15,88 0 1,-107 0-16,19 0 15,17 0 1,-35 0 0,-18 0-1,36 0 1,17 0 0,0 0 15,71 0-16,212-71 1,34 71 0,-87-35-16,-18 17 15,335 1 1,-406 17-16,106 0 16,-264 0-1,-36 0 1,-18 0 421,54 0-421,-18-18 0,53 18-1,35 0 1,-53 0-1,-35 0-15,-18 0 16,53 0 0,-17 0-1,-18 0 1,-18 0 0,36 0 15,52 0-16,-17 18 1,0-18 0,-18 0-1,0 0 1,-35 0 0,-35 0-16,17 0 15,18 0 1,0 0-16,106 0 15,-1 0 1,-34 0 0,-54 0-1,-52 0 32,-4022 0-16,8079 0-15,-4058 0-16,1 0 16,0 0-16,17 0 31,0 0-15,0 0 15,-17 0-16,0-18 1,-1 18 0,19 0 62,-1 0-63,88 0 17,-87 0-17,-19 0 1,1 0 15,0 0-15,17 0-1,0 0 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09:34.73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2946 15487 0,'35'0'47,"0"0"78,-17 0-94,17 0 63,0 0-79,159 0 16,-88 0-15,0 0 0,-35 0-1,-36 0 95,53 0-79,-17 0 0,-54-18 32,-17 1-48,36 17 1,-1 0 0,0 0-1,0 0 16,1 0-15,-1 0 0,53 0-1,-35 0 1,-35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7T19:10:19.81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2981 3087 0,'35'0'47,"-17"0"31,35 0-47,-18 0 0,-17 0 1,-1 0-17,19 0 1,17 0-1,-1 0 1,37 0 0,-54 0-1,18 0 63,-18 0-62,0 0 0,1 0-1,17 0 1,52 0 0,-34 0-1,-18 0 1,-18 0-1,-17 0 1,-1 0 0,19 0-1,-1 0 1,53 0 0,0 0-1,1 0 16,16 0-15,-52 0 0,-17 0-1,-1 0 1,0 0 15,0 0-15,-17 0-16,0 0 15,52 0 1,-17 0 0,0 0-1,-18 0 1,1 0 0,17 0-1,0 0 16,35 0-15,0 0 0,-53 0-16,18 0 15,-35 0 1,17 0-16,18 0 16,53 0-1,-71 0 1,0 0-1,-17 0 1,0 0 15,17 0-15,18 0 0,17 0-1,19 0 1,16 0 15,-34 0-31,-36 0 16,89 0-1,-54 0 1,-34 0 0,-1 0-1,0 0 1,-17 0-1,17 0 1,0 0 0,18 0-1,0 0-15,18 0 16,52 0 0,-52 0-1,-1 0-15,89 0 31,-88 0-15,-36 0 0,0 0-1,18 0 32,-18 0-31,1 0-1,69 0 1,54 0 0,0 0-1,-124 0-15,36 0 16,87 0 0,-69 0-1,-36 0 16,-36 0-15,1 0 15,0 0-15,52 0 0,-17 0-1,-35 0-15,35 0 16,52 0-1,-69 0-15,52 0 16,53 0 0,-35 0-1,-36 0 1,1 0 0,-36 17-1,18-17 1,-18 0 15,1 0-15,17 0-1,-1 0-15,-34 0 16,53 0-16,-18 0 16,88 0-1,-53 0 1,0 0-1,18 0 1,-53 0 0,-18 0-1,-17 0 1,35 36 0,-18-36-1,0 0 1,18 0 15,-18 0-31,18 0 16,71 0-1,-1 0 1,-35 0 0,-17 0-1,17 0 1,-52 0-1,-1 0 1,18 0 0,53 0-1,-71 0-15,35 0 16,71 35 0,-88-35-1,18 0-15,123 0 31,-106 0-15,18 0 0,-18 0-1,18 0 1,-18 0 0,-35 0-1,-18 0 1,1 0-1,-19 0-15,1 0 16,0 0-16,17 0 16,0 0-1,36 0 1,17 0 0,0 0-1,71 0 1,0 0 15,-54 0-15,1 0-1,-53 0 1,-35 0 0,-1 0-1,19 0 1,-1 0 46,159 0-30,-123 0-32,193 0 31,-193 0-31,123 0 31,-106 0-31,-35 0 16,70 0-1,-17 0 1,-71 0-16,1 0 16,70 0-1,-53 0 1,17 0-1,-35 0 1,36 0 0,-18 0-1,-18 0 1,0 0 0,18 0-1,0 0 1,18 0-1,-36 0-15,36 0 16,-1 0-16,-35 0 16,124 0-1,-71 0 1,-17 0 0,-53 0-1,-1 0 1,1 0-1,17 0 1,0 0 0,1 0-1,-19 0 1,19 0 0,-19 0-16,1 0 15,70 0 16,-17 0-15,17-18 0,-18 18-1,-34 0 1,-1 0 0,53 0-1,-17 0 1,52 0-1,-70 0-15,-18 0 16,36 0 0,-1 0-1,-34 0 1,-4023 0 15,8062 0 0,-3987 0-15,-17 0 0,17 0-1,0 0 1,-17 0 0,-36 0 30,18 0-30,70 0 0,18 0-1,-88 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7:43.593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11060 7056 0,'17'-18'110,"18"18"-95,1 0 1,17 35 15,-36-35-15,72 0-1,-72 0 1,54 35 0,52-17-1,18-18 1,0 0-1,1 0 1,-125 0 0,18 0 62,1 0-16,-19 0-46,1 0 0,0 0 109,-1 53-16,1-18-93,-18-17 93,0 0-93,-35 17-1,17-35 16,-17 0-15,-18 0 0,-88 0-1,105 0-15,-34 0 16,-71 0 0,105 0 46,19 0-31,-1 0-15,-17 0 0,0 0 46,-1 0-15,19 0-31,-36 0 15,35 0 31,1 0-46,-1 0 0,-17 0-1,-18 35 16,35-35 48,0 0-64,-52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7:46.982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19632 7003 0,'35'0'157,"1"0"-142,17 0 1,-18 0 0,35 0-1,-34 0 1,-1 0-1,18 0 1,-36 0-16,36 0 16,-35 0-16,88 0 31,-18 0-15,-17 0-1,-54-18 1,19 18-1,-1 0 126,-18 0-125,19 0-1,-19 18 1,1-18 0,17 17-1,-35 1 16,0 17-15,0 0 0,0-17 15,0 17-15,18 1-1,0-19 63,-18 19-62,0-1 78,-36-35-79,1 0 17,-71 0-17,18 0 1,-18 0-1,36 0 1,34 0 0,1 0 15,0 0-15,17 0-16,-17 0 15,0 0 1,-18 0-1,35 0 1,0 0 15,1 0-15,-1 0 15,-17 0-15,0 0 15,17 0-15,0 0-16,1 0 15,-19 0 1,1 0 15,-18 0 0,53 17-15,-35-17 312,17 0-265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7:52.409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17233 8237 0,'18'0'218,"17"0"-202,89 0 0,-72 0 15,-16 18-31,-1-18 15,18 0 1,-35 0-16,17 0 16,18 0-1,0 0 1,0 0 0,-36 0-1,1 0 1,0 0 62,17 0-62,53 18 15,-53-1 0,-17-17-15,0 18-1,-1 0 32,1 17-31,0-18-16,-1 19 15,18-1 1,-35 0 93,-52-35-93,-1 0 15,-71 18-15,36 17 0,0-35-1,70 0-15,-17 0 16,-18 0-1,18 0-15,17 0 16,-35 0 0,0 0-1,-17 0 1,-1 0 0,36 0-1,17 0 1,0 0-1,-17 0 1,0 0 0,0-17 15,17-1 0,-17 18-15,-1 0-1,-34 0 1,17 0 0,18 0 124,-1 0-108,19-18 14,17-35-30,-18 36 0,1-1-1,-1 18 1,18-18 78,-35-17-47,17 18-1,18-19-30,0 19 375,0-1-376,35-17 1,18 17 0,-18 0-1,1 18 16,17 0-15,-18 0 0,-17 0 15,-1 0-15,18 0-1,-70 0 235,-71 36-234,18-36-1,35 17 1,36-17 0,-19 18 15,19-18-15,-1 0 15,0 18 16,-17-18-32,0 0 17,35 17 186,0 1-202,17-18 15,1 18-15,17-1-1,1 1 1,-19-1-16,-17 1 78,36 0-62,-36-1 109,0 19-110,0-1 17,35-35 343,0 0-203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7:55.739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6121 8290 0,'53'-17'125,"17"17"-110,124 0 1,-70 0 0,-36 0-1,18 0 1,-36 0-1,-34 0 48,-1 0-47,88 0 15,-87 0 0,-1 0-15,18 0-1,53 0 1,-36 0 0,-52 0-1,-1 0 126,-34 0-94,-36 53-32,35-53-15,-17 35 16,17-18 0,-17 1 15,-18 35-16,35-35 1,1-1 0,-1 19 15,-17-1 0,0-35 250,17 0-265,-17 0 0,-1 0-1,1 0 1,-18 0 0,-17 0-1,-1-18 1,36 18-16,35-35 15,-35 35 1,-1 0 15,1 0 47,0 0-62,-1 0 0,19 0 15,-18 0-15,-1 0 15,1 0-16,17 0 1,1 0 0,-1 0-1,0 0 63,-34 0-46,16 0 77,-17 0-93,18 0 15,53 0 156,-1 0-171,1 0 31,0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7:57.956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8961 9719 0,'35'-18'218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8:17.760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15099 10636 0,'35'0'109,"0"0"-93,-17 0-1,35 0 1,-35 0-1,17 0 1,0 0 0,-17 0-16,35 0 15,-18 0 1,-17 0 15,-1 0-15,1 0-1,17-17 1,0 17 0,-17 0-16,0 0 31,88-53-15,-89 53-1,19 0 1,16-18-1,-34 0 1,35 18 15,0-17 1,-18 17 30,-17 0-46,-1 0-16,19 0 31,-1 0-15,-17 0 15,-1 0-16,1 0 1,17 0 0,0 17-1,36 1 1,-36 17 0,-17-35-1,-18 18 313,0 105-296,0-52-17,0-53 16,0-1-31,0 36 16,0-35 15,0-1-15,-35 19 78,-18-36-63,17 0-15,19 0-16,-54 0 15,54-18-15,-1 0 16,-17 1 15,-18 17 16,18 0-31,-1-18-1,1 18 1,0 0-1,-1 0 1,19 0-16,-1 0 16,1 0-16,-1 0 15,-35 0 1,18 0 0,-71 0-1,35 0 1,18 0-1,18 0 1,0 0 0,0 0 31,-1 0-16,19 0 0,-19 0 16,-34 0-31,35 0-1,-1 0 16,-17 0 1,18 0-17,17 0 48,-17 0-48,0 0 17,0 0-17,52 0 392,54 0-361,-54 0-46,54 0 16,-18 0 0,70 0-1,-105 0-15,53 0 16,34 0 0,-69 0-1,-19 0 16,36 0-15,-18-17 0,-17 17-1,0 0 1,17 0 0,18 0-1,-18-18-15,-17 18 16,0 0-16,87-18 31,-52 1-15,0-19-1,-18 36 95,-35-35-79,-70 17-15,17 1 15,0-18-16,0 35 1,-17 0 0,-36 0-1,18 0 1,-18 0 0,18 0-1,17 0 1,0 0-1,36 0 1,0 0-16,17 0 16,1 0-16,-19 0 31,1 0-15,0 0-1,17 0 1,0 0-1,1 0 17,-18 0 61,-1 0-61,1 0 93,17 0-94,1 0 110,-1 17-63,0 36-63,1-35 1,17-1 31,0 1-32,0 17 17,0 1-17,0-1 1,0-18 15,0 1-31,35 0 47,0-18 78,-17 0-78,0 0-31,-1 0-16,54 0 15,-36 0 16,36 0-15,-1 0 15,-34 0-31,-1 0 32,-18-18 311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08:47.3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10883 7620 0,'18'0'15,"-1"0"48,1 0-32,0-18-15,-1 1 15,72 17 47,-1 0-47,123 0-15,-87-18-1,-54 18 1,-34 0 0,-19 0 109,89 0-94,0 0-15,35 0-1,-53 0 1,1 0-1,16 0 1,-87 0 0</inkml:trace>
  <inkml:trace contextRef="#ctx0" brushRef="#br0" timeOffset="2757.48">16686 8890 0,'36'0'94,"-1"0"-79,-17 0-15,52-18 32,-17 18-17,-35 0-15,-1 0 16,1 0 0,35 0 15,0 0 0,-18 0-15,-17 0-1,17-17 1,18 17 0,-18 0-1,0 0-15,71 0 31,88-18-15,-105 0 15,-72 18-15,18 0 15,1 0-15,-1 0-1,36 0 1,-36 0-16,18 0 16,-18 0-1,0 0 1,1 0 15,34 0 0,54 0 1,17 0-17,-35 0 1,-71 0-16</inkml:trace>
  <inkml:trace contextRef="#ctx0" brushRef="#br1" timeOffset="10431.66">10989 7796 0,'0'-35'125,"53"17"-94,-18 18-15,-17 0-1,17 0 1,18-17 31,18 17-32,-36 0 1,18 0 0,-18 0 15,0 0 0,1 0-15,-1 0-1,18 0 1,53 0 0,-36 0 15,-17 0-16,18 17 1,-18-17 0,105 0 15,-140 0-31,17 0 16,71 0-1,-71 0 95,-17 0-79,0 0-16</inkml:trace>
  <inkml:trace contextRef="#ctx0" brushRef="#br1" timeOffset="19777.68">16669 9049 0,'35'-18'156,"53"18"-125,-52 0-31,-19 0 16,36-18-1,-18 1 1,1-1 0,-1 18-1,-17 0 17,-1 0 93,36-17-110,-35 17 1,-1 0-1,19 0 32,-1 0-31,0 0 0,-17 0-1,17 0 1,18 0 15,-18 0-15,1 0-1,-1 0 1,0 0 0,0 0-16,-17 0 31,0 0 0,17 0-15,18 0-1,0 0 1,35 0 0,-35 0-1,-35 0 1,-1 0-1,1 0 1,-1 0-16,1 0 16,0 0-16,17 0 47,0 0 15,-17 0-46,35 0 15,0 0-15,0 0-1,17 0 1,-17 0-16,-18 0 15,54 0 1,-54 0-16</inkml:trace>
  <inkml:trace contextRef="#ctx0" brushRef="#br2" timeOffset="30876.88">19403 7585 0,'0'-18'156,"17"18"-109,19 0 0,-1 0-1,-17 0-14,17 0-1,35 0 0,-34 0-15,-1 0-16,-17 0 15,17 0-15,18 0 16,17 0 15,19 0-15,-54 0 46,0 0-46,0 0 0,36 0-1,-18 0 1,17 18 0,-52-18-16,0 17 31,-1-17-16,1 0-15,17 0 16,1 0 0,-1 0-1,18 0 1,35 0 0,-35 0-1,-35 0 1,-1 0-1,18 0 48,1 0-47</inkml:trace>
  <inkml:trace contextRef="#ctx0" brushRef="#br2" timeOffset="34677.6">16775 9207 0,'17'0'109,"1"0"-78,17 0 16,0 0-15,-17 0-17,0 0-15,35 0 16,-18 0 15,0 0-15,-17 0-1,17 0 1,0 0 0,1 0 15,17 0-16,17 0 1,-52 0-16,17 0 16,18 0-16,-35 0 15,-1 0-15,18 0 63,1 0-48,105 0 1,-35 0 0,0 0-1,-36 0 1,-17 0 0,-35 0-1,-1 0-15,19 0 0,17 0 31,-18 0-31,18 0 16,-18 0-16,0 0 16,89-17-1,-36 17 1,-18 0 0,-52 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0T06:10:01.972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11606 4621 0,'18'0'188,"0"0"-141,17 0-16,0 0-15,-17 0-1,-1 0 1,1 0-1,0 0 1,-1 0-16,19 0 16,-1 0 46,18 0-46,0 0 15,0 0-31,0 0 47,-18 0-31,-17 0-16,-1 0 15,18 0 1,18 0-16,0 0 15,-17 0 1,-1 0 0,35 0-1,-17 0 1,-17 0 15,17 0 110,-18 0-110,-18 0-15,1 18-1,17-18 1</inkml:trace>
  <inkml:trace contextRef="#ctx0" brushRef="#br0" timeOffset="1818.85">13423 4621 0,'18'0'172,"17"0"-141,-17 0-15,52 0 0,1 0-1,35 0 1,0 0 0,-36 0-1,1 0 1,-36 0-1,0 0 1,0 0 0,18 0-1,36 0 17,-19 0-17,36 0 1,17 0-1,107 0 17,-1 36-17,-53-36 17,-105 0-32,-53 0 390</inkml:trace>
  <inkml:trace contextRef="#ctx0" brushRef="#br0" timeOffset="11614.49">6473 9172 0,'18'0'172,"0"0"-109,-1 0-16,1 0-47,17 0 15,18 0 16,-35 0 32,35 0-32,-18 0-15,0 0-1,18 0 1,-17 0 0,-1 0 77,-18 0-77,1 0-16,0 0 16,52 0-1,-34 0 48,16 0-32,-34 0-15,35 0-1,0 0 17,-35 0-17,-1 0-15,54 0 31,-36 0 16,0 0 0,-17 0-31,0 0 15,-1 0 0,1 0-31,35 0 32,-18 0-1,-17 0-16,17 0 1,-17 0 15,-1 18-15,1-1 0,0-17-1,34 0 16,-34 0-15,0 0 0,17 0-1,36-52 79,-71 16-31,0 1-32,0 0 16,0 17-32,0-17 1,0 17 0,0 1 30,0-1-30,0 0-16,0-17 16,-18-18 15,-17 18 0,17 17 0,18 1 63,0-19-78,0 1 31,0 17 31,-35 1-31,-1-19-32,1 19 1,18-1 0,-19 18 15,1-53-16,-18 18 1,18 17 0,-18 1 15,53-1 0,-18 18-15,-17-35-1,17 35-15,1 0 16,-19-53 0,19 53-1,-19-35 1,1-1 0,18 36-1,-1 0 1,-17 0 62,-36 0-62,18 0-1,0 0 16,18 0-15,0 0 0,-18 0-1,-35 18 1,35 17 0,17-17-1,19-1-15,-19-17 16,19 0 62,-18 0-62,17 18-1,0 0 1,1-18 46,-1 17-46,0 19 0,1-19-1,17 1-15,-36 0 94,36 17-78,0-18-1,0 1 1,0 17-16,0 1 78,0-1-47,0-17 47,0-1-62,0 1 0,0 17 15,0-17-16,0 17 1,-17-17 0,-1-1 15,18 19 16,-17-1 15,17 0-15,-18-17-31,18 17 15,0 0-15,0 1-1,0-19 1,0 19 15,35-1-15,-17-18 31,17 1-32,-17-18 1,-1 35 0,19-35 421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C9F0CB3-22F1-40E7-A23F-C8F947F73484}" type="datetimeFigureOut">
              <a:rPr lang="en-US"/>
              <a:pPr>
                <a:defRPr/>
              </a:pPr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8E1F71-045E-4180-8B23-FF7A86A083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34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3BEC078-A189-49BC-B809-883CDE1E5070}" type="slidenum">
              <a:rPr lang="en-US"/>
              <a:pPr eaLnBrk="1" hangingPunct="1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5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4E88A8-1F7E-4BFA-ADF5-7219F3183883}" type="slidenum">
              <a:rPr lang="en-US"/>
              <a:pPr eaLnBrk="1" hangingPunct="1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0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73937BC-A29A-407C-9E66-C8341A6F532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777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494A5-780B-43B2-9538-1D2F4AC5BDD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55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775D8-9FAE-4FC6-940E-C2804726AE5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426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CA7C1-140E-4CD6-8969-42D2AA6DC00F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547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E6A0A-8685-456C-AF04-6F8CA419AAD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943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4DDB2-6DAC-4560-A24D-ADCB6B3C23F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0A2CE-8BC2-4168-9C8E-BABD00A28A5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69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C4B6B-9CA8-46C5-9676-0A32F1EAB06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092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BA9069-B461-4E48-B33F-5DEB9BB89C2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79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74C9E-0621-48F5-818B-EDF77F4A8E3E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288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AB65C8-A24F-48CD-9206-790917AB3BC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644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CD82A-3934-4C56-9B81-04A60EF2FD0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797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0F78F9-193B-4853-90FD-646D8ADBE044}" type="slidenum">
              <a:rPr lang="ro-RO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42.png"/><Relationship Id="rId2" Type="http://schemas.openxmlformats.org/officeDocument/2006/relationships/image" Target="../media/image37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customXml" Target="../ink/ink4.xml"/><Relationship Id="rId1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55.png"/><Relationship Id="rId18" Type="http://schemas.openxmlformats.org/officeDocument/2006/relationships/customXml" Target="../ink/ink14.xml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customXml" Target="../ink/ink11.xml"/><Relationship Id="rId17" Type="http://schemas.openxmlformats.org/officeDocument/2006/relationships/image" Target="../media/image57.png"/><Relationship Id="rId2" Type="http://schemas.openxmlformats.org/officeDocument/2006/relationships/image" Target="../media/image49.png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.xml"/><Relationship Id="rId11" Type="http://schemas.openxmlformats.org/officeDocument/2006/relationships/image" Target="../media/image54.png"/><Relationship Id="rId5" Type="http://schemas.openxmlformats.org/officeDocument/2006/relationships/image" Target="../media/image1.png"/><Relationship Id="rId15" Type="http://schemas.openxmlformats.org/officeDocument/2006/relationships/image" Target="../media/image56.png"/><Relationship Id="rId10" Type="http://schemas.openxmlformats.org/officeDocument/2006/relationships/customXml" Target="../ink/ink10.xml"/><Relationship Id="rId19" Type="http://schemas.openxmlformats.org/officeDocument/2006/relationships/image" Target="../media/image58.png"/><Relationship Id="rId4" Type="http://schemas.openxmlformats.org/officeDocument/2006/relationships/image" Target="../media/image51.png"/><Relationship Id="rId9" Type="http://schemas.openxmlformats.org/officeDocument/2006/relationships/image" Target="../media/image53.png"/><Relationship Id="rId14" Type="http://schemas.openxmlformats.org/officeDocument/2006/relationships/customXml" Target="../ink/ink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customXml" Target="../ink/ink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914400"/>
            <a:ext cx="7793037" cy="838200"/>
          </a:xfrm>
        </p:spPr>
        <p:txBody>
          <a:bodyPr/>
          <a:lstStyle/>
          <a:p>
            <a:pPr eaLnBrk="1" hangingPunct="1"/>
            <a:r>
              <a:rPr lang="en-US" sz="4000"/>
              <a:t>Resolution in predicate Logic</a:t>
            </a:r>
            <a:br>
              <a:rPr lang="en-US" sz="4000"/>
            </a:br>
            <a:endParaRPr lang="ro-RO" sz="400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610600" cy="41148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sz="2400" b="1" i="1"/>
              <a:t>Normal forms of predicate (first-order) formulas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sz="2200" b="1"/>
              <a:t>prenex, Skolem, clausal normal forms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/>
              <a:t>Substitutions and unifiers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/>
              <a:t>Resolution formal system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/>
              <a:t>Refinements of predicate resolution</a:t>
            </a:r>
          </a:p>
          <a:p>
            <a:pPr eaLnBrk="1" hangingPunct="1"/>
            <a:endParaRPr lang="ro-RO" sz="2400" b="1" i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47687"/>
          </a:xfrm>
        </p:spPr>
        <p:txBody>
          <a:bodyPr/>
          <a:lstStyle/>
          <a:p>
            <a:r>
              <a:rPr lang="en-US" sz="2400" b="1"/>
              <a:t>Prenex normal form</a:t>
            </a:r>
          </a:p>
        </p:txBody>
      </p:sp>
      <p:pic>
        <p:nvPicPr>
          <p:cNvPr id="409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80772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038225" y="762000"/>
            <a:ext cx="8105775" cy="1081088"/>
          </a:xfrm>
        </p:spPr>
        <p:txBody>
          <a:bodyPr/>
          <a:lstStyle/>
          <a:p>
            <a:r>
              <a:rPr lang="en-US" sz="2800" b="1"/>
              <a:t>Extraction of quantifiers</a:t>
            </a:r>
            <a:br>
              <a:rPr lang="en-US" sz="2800" b="1"/>
            </a:br>
            <a:r>
              <a:rPr lang="en-US" sz="2800" b="1"/>
              <a:t>                                 in front of the formula</a:t>
            </a:r>
            <a:br>
              <a:rPr lang="en-US" sz="2800"/>
            </a:br>
            <a:endParaRPr lang="en-US" sz="2800"/>
          </a:p>
        </p:txBody>
      </p:sp>
      <p:pic>
        <p:nvPicPr>
          <p:cNvPr id="51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981200"/>
            <a:ext cx="77724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350963" y="0"/>
            <a:ext cx="7793037" cy="700088"/>
          </a:xfrm>
        </p:spPr>
        <p:txBody>
          <a:bodyPr/>
          <a:lstStyle/>
          <a:p>
            <a:r>
              <a:rPr lang="en-US" sz="2800" b="1"/>
              <a:t>Skolem and clausal normal forms</a:t>
            </a:r>
          </a:p>
        </p:txBody>
      </p:sp>
      <p:pic>
        <p:nvPicPr>
          <p:cNvPr id="614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8153400" cy="5562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r>
              <a:rPr lang="en-US" sz="2800" b="1"/>
              <a:t>Theoretical results</a:t>
            </a:r>
          </a:p>
        </p:txBody>
      </p:sp>
      <p:sp>
        <p:nvSpPr>
          <p:cNvPr id="717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924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156"/>
            <a:ext cx="7793037" cy="471487"/>
          </a:xfrm>
        </p:spPr>
        <p:txBody>
          <a:bodyPr/>
          <a:lstStyle/>
          <a:p>
            <a:r>
              <a:rPr lang="en-US" sz="2400" b="1" dirty="0"/>
              <a:t>Example 1</a:t>
            </a:r>
            <a:r>
              <a:rPr lang="en-US" sz="2400" dirty="0"/>
              <a:t> Transform into normal forms the formula: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810" y="1113794"/>
            <a:ext cx="4272742" cy="742722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00600" y="1219200"/>
            <a:ext cx="4158172" cy="6858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88053"/>
            <a:ext cx="512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57" y="1851472"/>
            <a:ext cx="4501342" cy="7171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8" y="2662735"/>
            <a:ext cx="4459238" cy="6370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51" y="3321052"/>
            <a:ext cx="4402012" cy="9765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51" y="4289301"/>
            <a:ext cx="4436659" cy="20219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3533" y="1905000"/>
            <a:ext cx="4241261" cy="6953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9516" y="2600975"/>
            <a:ext cx="4053031" cy="6695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4897" y="3270529"/>
            <a:ext cx="4057650" cy="76080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7284" y="4031338"/>
            <a:ext cx="3952875" cy="19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6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623887"/>
          </a:xfrm>
        </p:spPr>
        <p:txBody>
          <a:bodyPr/>
          <a:lstStyle/>
          <a:p>
            <a:r>
              <a:rPr lang="en-US" sz="2800" b="1"/>
              <a:t>Example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5251" y="1986165"/>
            <a:ext cx="7772400" cy="24199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059469"/>
            <a:ext cx="8305800" cy="92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406479"/>
            <a:ext cx="7796213" cy="2068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71487"/>
          </a:xfrm>
        </p:spPr>
        <p:txBody>
          <a:bodyPr/>
          <a:lstStyle/>
          <a:p>
            <a:r>
              <a:rPr lang="en-US" sz="2800" b="1"/>
              <a:t>Substitutions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9248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71487"/>
          </a:xfrm>
        </p:spPr>
        <p:txBody>
          <a:bodyPr/>
          <a:lstStyle/>
          <a:p>
            <a:r>
              <a:rPr lang="en-US" sz="2800" b="1"/>
              <a:t>Substitutions and unifiers</a:t>
            </a:r>
          </a:p>
        </p:txBody>
      </p:sp>
      <p:sp>
        <p:nvSpPr>
          <p:cNvPr id="1126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8001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181600"/>
            <a:ext cx="7210425" cy="1000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380443"/>
            <a:ext cx="6877050" cy="1476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38362"/>
            <a:ext cx="5638800" cy="9239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5400" y="1066800"/>
            <a:ext cx="358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Example 3</a:t>
            </a:r>
            <a:endParaRPr lang="en-US" sz="3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636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76287"/>
          </a:xfrm>
        </p:spPr>
        <p:txBody>
          <a:bodyPr/>
          <a:lstStyle/>
          <a:p>
            <a:r>
              <a:rPr lang="en-GB" sz="2000" b="1" i="1"/>
              <a:t>Algorithm for computing the mgu of two literals </a:t>
            </a:r>
            <a:br>
              <a:rPr lang="en-US" sz="2000" b="1"/>
            </a:br>
            <a:endParaRPr lang="en-US" sz="2000" b="1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55249"/>
            <a:ext cx="80010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793037" cy="547687"/>
          </a:xfrm>
        </p:spPr>
        <p:txBody>
          <a:bodyPr/>
          <a:lstStyle/>
          <a:p>
            <a:r>
              <a:rPr lang="en-US" sz="2400" b="1" dirty="0"/>
              <a:t>Example 4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914400"/>
            <a:ext cx="8555037" cy="56413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905000"/>
            <a:ext cx="1904999" cy="11936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117" y="1905000"/>
            <a:ext cx="3693622" cy="1630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3948782"/>
            <a:ext cx="3713164" cy="21130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3948782"/>
            <a:ext cx="3657601" cy="23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8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547687"/>
          </a:xfrm>
        </p:spPr>
        <p:txBody>
          <a:bodyPr/>
          <a:lstStyle/>
          <a:p>
            <a:r>
              <a:rPr lang="en-US" sz="2800" b="1"/>
              <a:t>Example 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6463" y="1676400"/>
            <a:ext cx="3589337" cy="15402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62" y="901843"/>
            <a:ext cx="7351711" cy="8022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462" y="3200400"/>
            <a:ext cx="3589337" cy="13842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799" y="1676400"/>
            <a:ext cx="3733800" cy="15481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373" y="3203912"/>
            <a:ext cx="3705226" cy="14442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242" y="4644640"/>
            <a:ext cx="7295357" cy="9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3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972175" cy="547687"/>
          </a:xfrm>
        </p:spPr>
        <p:txBody>
          <a:bodyPr/>
          <a:lstStyle/>
          <a:p>
            <a:r>
              <a:rPr lang="en-US" sz="3200" dirty="0"/>
              <a:t>Logic quotes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4400"/>
            <a:ext cx="7772400" cy="5486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3A98B5-BDC7-B8EB-B712-A9A894F9BC2F}"/>
                  </a:ext>
                </a:extLst>
              </p14:cNvPr>
              <p14:cNvContentPartPr/>
              <p14:nvPr/>
            </p14:nvContentPartPr>
            <p14:xfrm>
              <a:off x="260280" y="4286160"/>
              <a:ext cx="8090280" cy="64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3A98B5-BDC7-B8EB-B712-A9A894F9BC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440" y="4222800"/>
                <a:ext cx="81216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5EBBCA-C81A-5F9B-2C33-87C85EF3F32A}"/>
                  </a:ext>
                </a:extLst>
              </p14:cNvPr>
              <p14:cNvContentPartPr/>
              <p14:nvPr/>
            </p14:nvContentPartPr>
            <p14:xfrm>
              <a:off x="1098720" y="4629240"/>
              <a:ext cx="2235240" cy="51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5EBBCA-C81A-5F9B-2C33-87C85EF3F3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2880" y="4565880"/>
                <a:ext cx="22665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374EB2F-B346-7FE6-2561-3237A2514F9A}"/>
                  </a:ext>
                </a:extLst>
              </p14:cNvPr>
              <p14:cNvContentPartPr/>
              <p14:nvPr/>
            </p14:nvContentPartPr>
            <p14:xfrm>
              <a:off x="1111320" y="4876920"/>
              <a:ext cx="298800" cy="32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374EB2F-B346-7FE6-2561-3237A2514F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5480" y="4813560"/>
                <a:ext cx="3301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39A9C0A-F13D-3EB3-1506-2ECB1F4ED8D9}"/>
                  </a:ext>
                </a:extLst>
              </p14:cNvPr>
              <p14:cNvContentPartPr/>
              <p14:nvPr/>
            </p14:nvContentPartPr>
            <p14:xfrm>
              <a:off x="1104840" y="4927680"/>
              <a:ext cx="3569040" cy="82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39A9C0A-F13D-3EB3-1506-2ECB1F4ED8D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9000" y="4864320"/>
                <a:ext cx="36003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BC7587-E4B7-08D6-E435-47124C98C85C}"/>
                  </a:ext>
                </a:extLst>
              </p14:cNvPr>
              <p14:cNvContentPartPr/>
              <p14:nvPr/>
            </p14:nvContentPartPr>
            <p14:xfrm>
              <a:off x="3962520" y="5283360"/>
              <a:ext cx="4388040" cy="63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BC7587-E4B7-08D6-E435-47124C98C85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46680" y="5220000"/>
                <a:ext cx="44193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32134F-C392-5D3F-05C9-1BCC76DEDE4F}"/>
                  </a:ext>
                </a:extLst>
              </p14:cNvPr>
              <p14:cNvContentPartPr/>
              <p14:nvPr/>
            </p14:nvContentPartPr>
            <p14:xfrm>
              <a:off x="1060560" y="5562720"/>
              <a:ext cx="438480" cy="12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32134F-C392-5D3F-05C9-1BCC76DEDE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4720" y="5499360"/>
                <a:ext cx="4698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951018-0C90-1B31-5E0E-AA5A6B3929FB}"/>
                  </a:ext>
                </a:extLst>
              </p14:cNvPr>
              <p14:cNvContentPartPr/>
              <p14:nvPr/>
            </p14:nvContentPartPr>
            <p14:xfrm>
              <a:off x="1073160" y="1111320"/>
              <a:ext cx="5251680" cy="32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951018-0C90-1B31-5E0E-AA5A6B3929F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7320" y="1047960"/>
                <a:ext cx="5283000" cy="15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147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1081087"/>
          </a:xfrm>
        </p:spPr>
        <p:txBody>
          <a:bodyPr/>
          <a:lstStyle/>
          <a:p>
            <a:r>
              <a:rPr lang="en-US" sz="2800">
                <a:latin typeface="Aharoni" pitchFamily="2" charset="-79"/>
                <a:cs typeface="Aharoni" pitchFamily="2" charset="-79"/>
              </a:rPr>
              <a:t>Predicate resolution </a:t>
            </a:r>
            <a:br>
              <a:rPr lang="en-US" sz="2800">
                <a:latin typeface="Aharoni" pitchFamily="2" charset="-79"/>
                <a:cs typeface="Aharoni" pitchFamily="2" charset="-79"/>
              </a:rPr>
            </a:br>
            <a:r>
              <a:rPr lang="en-US" sz="2800">
                <a:latin typeface="Aharoni" pitchFamily="2" charset="-79"/>
                <a:cs typeface="Aharoni" pitchFamily="2" charset="-79"/>
              </a:rPr>
              <a:t>		- </a:t>
            </a:r>
            <a:r>
              <a:rPr lang="en-US" sz="2800" u="sng">
                <a:latin typeface="Aharoni" pitchFamily="2" charset="-79"/>
                <a:cs typeface="Aharoni" pitchFamily="2" charset="-79"/>
              </a:rPr>
              <a:t>formal (axiomatic system) </a:t>
            </a:r>
            <a:r>
              <a:rPr lang="en-US" sz="2800">
                <a:latin typeface="Aharoni" pitchFamily="2" charset="-79"/>
                <a:cs typeface="Aharoni" pitchFamily="2" charset="-79"/>
              </a:rPr>
              <a:t>-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79248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623887"/>
          </a:xfrm>
        </p:spPr>
        <p:txBody>
          <a:bodyPr/>
          <a:lstStyle/>
          <a:p>
            <a:r>
              <a:rPr lang="en-US" sz="2800" b="1"/>
              <a:t>Definitions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914400"/>
            <a:ext cx="8153400" cy="5562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47687"/>
          </a:xfrm>
        </p:spPr>
        <p:txBody>
          <a:bodyPr/>
          <a:lstStyle/>
          <a:p>
            <a:r>
              <a:rPr lang="en-US" sz="2200" b="1" u="sng"/>
              <a:t>Algorithm:</a:t>
            </a:r>
            <a:r>
              <a:rPr lang="en-US" sz="2200" b="1"/>
              <a:t> </a:t>
            </a:r>
            <a:r>
              <a:rPr lang="en-US" sz="2200" b="1" i="1"/>
              <a:t>Predicate Resolution</a:t>
            </a:r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6200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14400" y="214313"/>
            <a:ext cx="8029575" cy="700087"/>
          </a:xfrm>
        </p:spPr>
        <p:txBody>
          <a:bodyPr/>
          <a:lstStyle/>
          <a:p>
            <a:r>
              <a:rPr lang="en-US" sz="2800" b="1"/>
              <a:t>Theoretical results</a:t>
            </a:r>
          </a:p>
        </p:txBody>
      </p:sp>
      <p:sp>
        <p:nvSpPr>
          <p:cNvPr id="1945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52487"/>
          </a:xfrm>
        </p:spPr>
        <p:txBody>
          <a:bodyPr/>
          <a:lstStyle/>
          <a:p>
            <a:r>
              <a:rPr lang="en-US" sz="3200" dirty="0"/>
              <a:t>Example 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3000"/>
            <a:ext cx="7296150" cy="9161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803" y="2059109"/>
            <a:ext cx="6385034" cy="1143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614" y="3271860"/>
            <a:ext cx="5048541" cy="2747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6A04C7-9B24-3A69-7FE0-0A156DE8E165}"/>
                  </a:ext>
                </a:extLst>
              </p14:cNvPr>
              <p14:cNvContentPartPr/>
              <p14:nvPr/>
            </p14:nvContentPartPr>
            <p14:xfrm>
              <a:off x="3981600" y="2533680"/>
              <a:ext cx="381240" cy="101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6A04C7-9B24-3A69-7FE0-0A156DE8E1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5760" y="2470320"/>
                <a:ext cx="4125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1C330F-5665-EC02-1448-B7D3A88F8861}"/>
                  </a:ext>
                </a:extLst>
              </p14:cNvPr>
              <p14:cNvContentPartPr/>
              <p14:nvPr/>
            </p14:nvContentPartPr>
            <p14:xfrm>
              <a:off x="7029360" y="2514600"/>
              <a:ext cx="381600" cy="114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1C330F-5665-EC02-1448-B7D3A88F88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3520" y="2451240"/>
                <a:ext cx="4129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6257757-F0E9-07C7-3150-B2C3C7BBF750}"/>
                  </a:ext>
                </a:extLst>
              </p14:cNvPr>
              <p14:cNvContentPartPr/>
              <p14:nvPr/>
            </p14:nvContentPartPr>
            <p14:xfrm>
              <a:off x="5981760" y="2946240"/>
              <a:ext cx="552600" cy="127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6257757-F0E9-07C7-3150-B2C3C7BBF7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65920" y="2882880"/>
                <a:ext cx="5839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7F80FF3-17E5-4970-ACF0-686CD698B643}"/>
                  </a:ext>
                </a:extLst>
              </p14:cNvPr>
              <p14:cNvContentPartPr/>
              <p14:nvPr/>
            </p14:nvContentPartPr>
            <p14:xfrm>
              <a:off x="2197080" y="2978280"/>
              <a:ext cx="451080" cy="101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7F80FF3-17E5-4970-ACF0-686CD698B6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81240" y="2914920"/>
                <a:ext cx="4824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F99070-A119-9335-2713-FFED3B7D19F6}"/>
                  </a:ext>
                </a:extLst>
              </p14:cNvPr>
              <p14:cNvContentPartPr/>
              <p14:nvPr/>
            </p14:nvContentPartPr>
            <p14:xfrm>
              <a:off x="3225960" y="3492360"/>
              <a:ext cx="12960" cy="6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F99070-A119-9335-2713-FFED3B7D19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10120" y="3429000"/>
                <a:ext cx="442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9B142E7-AC89-9D8E-536F-BAF4C4FC8AB0}"/>
                  </a:ext>
                </a:extLst>
              </p14:cNvPr>
              <p14:cNvContentPartPr/>
              <p14:nvPr/>
            </p14:nvContentPartPr>
            <p14:xfrm>
              <a:off x="5295960" y="3784680"/>
              <a:ext cx="578160" cy="159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9B142E7-AC89-9D8E-536F-BAF4C4FC8A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80120" y="3721320"/>
                <a:ext cx="6094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6CA9AE-0269-6F6E-AB7E-BE4BA6883850}"/>
                  </a:ext>
                </a:extLst>
              </p14:cNvPr>
              <p14:cNvContentPartPr/>
              <p14:nvPr/>
            </p14:nvContentPartPr>
            <p14:xfrm>
              <a:off x="3917880" y="2724120"/>
              <a:ext cx="3543840" cy="590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6CA9AE-0269-6F6E-AB7E-BE4BA688385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08520" y="2714760"/>
                <a:ext cx="3562560" cy="60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630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04787" y="312019"/>
            <a:ext cx="83058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200" b="1" u="sng" cap="none" dirty="0"/>
              <a:t>EXAMPLE </a:t>
            </a:r>
            <a:r>
              <a:rPr lang="en-US" sz="2200" b="1" u="sng" dirty="0"/>
              <a:t>7</a:t>
            </a:r>
            <a:r>
              <a:rPr lang="en-US" sz="2200" b="1" cap="none" dirty="0"/>
              <a:t>: </a:t>
            </a:r>
            <a:r>
              <a:rPr lang="ro-RO" sz="2200" b="1" cap="none" dirty="0"/>
              <a:t>SUCCESSION TO THE BRITISH THRONE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20542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733800"/>
            <a:ext cx="21621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0"/>
            <a:ext cx="16764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1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62000"/>
            <a:ext cx="6858000" cy="2895600"/>
          </a:xfr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4327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8105775" cy="471487"/>
          </a:xfrm>
        </p:spPr>
        <p:txBody>
          <a:bodyPr/>
          <a:lstStyle/>
          <a:p>
            <a:r>
              <a:rPr lang="en-US" sz="2800" b="1" dirty="0"/>
              <a:t>Example 8</a:t>
            </a:r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93580"/>
            <a:ext cx="80010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C87D71-BFD9-C395-AF19-8E07E723B972}"/>
                  </a:ext>
                </a:extLst>
              </p14:cNvPr>
              <p14:cNvContentPartPr/>
              <p14:nvPr/>
            </p14:nvContentPartPr>
            <p14:xfrm>
              <a:off x="2305080" y="1663560"/>
              <a:ext cx="3188160" cy="167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C87D71-BFD9-C395-AF19-8E07E723B9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95720" y="1654200"/>
                <a:ext cx="3206880" cy="16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150938" y="381000"/>
            <a:ext cx="7793037" cy="533400"/>
          </a:xfrm>
        </p:spPr>
        <p:txBody>
          <a:bodyPr/>
          <a:lstStyle/>
          <a:p>
            <a:r>
              <a:rPr lang="en-US" sz="2800" b="1" dirty="0"/>
              <a:t>Example 9</a:t>
            </a:r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143000"/>
            <a:ext cx="74676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547687"/>
          </a:xfrm>
        </p:spPr>
        <p:txBody>
          <a:bodyPr/>
          <a:lstStyle/>
          <a:p>
            <a:r>
              <a:rPr lang="en-US" sz="2800" b="1" dirty="0"/>
              <a:t>Example 9 (contd.)</a:t>
            </a:r>
          </a:p>
        </p:txBody>
      </p:sp>
      <p:sp>
        <p:nvSpPr>
          <p:cNvPr id="2355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51012"/>
            <a:ext cx="819308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471487"/>
          </a:xfrm>
        </p:spPr>
        <p:txBody>
          <a:bodyPr/>
          <a:lstStyle/>
          <a:p>
            <a:r>
              <a:rPr lang="en-US" sz="2800" b="1"/>
              <a:t>Example 9 (contd</a:t>
            </a:r>
            <a:r>
              <a:rPr lang="en-US" sz="2800" b="1" dirty="0"/>
              <a:t>.)</a:t>
            </a:r>
            <a:endParaRPr lang="en-US" sz="2800" dirty="0"/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68363"/>
            <a:ext cx="8001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97a2385d722cea148fbecd8373c0197d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5c71c8b861efdf17f4fa8dee3c817f76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B3143E-A9EE-4357-93D6-5211ABC9522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D44EBBB-BB64-44F7-9E1F-1E4594C063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3FEE7E-AE62-4DBA-92C2-9138560E0E6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12194</TotalTime>
  <Words>128</Words>
  <Application>Microsoft Office PowerPoint</Application>
  <PresentationFormat>On-screen Show (4:3)</PresentationFormat>
  <Paragraphs>31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Aharoni</vt:lpstr>
      <vt:lpstr>Calibri</vt:lpstr>
      <vt:lpstr>Tahoma</vt:lpstr>
      <vt:lpstr>Wingdings</vt:lpstr>
      <vt:lpstr>Blends</vt:lpstr>
      <vt:lpstr>Resolution in predicate Logic </vt:lpstr>
      <vt:lpstr>Prenex normal form</vt:lpstr>
      <vt:lpstr>Extraction of quantifiers                                  in front of the formula </vt:lpstr>
      <vt:lpstr>Skolem and clausal normal forms</vt:lpstr>
      <vt:lpstr>Theoretical results</vt:lpstr>
      <vt:lpstr>Example 1 Transform into normal forms the formula:</vt:lpstr>
      <vt:lpstr>Example 2</vt:lpstr>
      <vt:lpstr>Substitutions</vt:lpstr>
      <vt:lpstr>Substitutions and unifiers</vt:lpstr>
      <vt:lpstr>PowerPoint Presentation</vt:lpstr>
      <vt:lpstr>Algorithm for computing the mgu of two literals  </vt:lpstr>
      <vt:lpstr>Example 4</vt:lpstr>
      <vt:lpstr>Example 5</vt:lpstr>
      <vt:lpstr>Logic quotes</vt:lpstr>
      <vt:lpstr>Predicate resolution    - formal (axiomatic system) -</vt:lpstr>
      <vt:lpstr>Definitions</vt:lpstr>
      <vt:lpstr>Algorithm: Predicate Resolution</vt:lpstr>
      <vt:lpstr>Theoretical results</vt:lpstr>
      <vt:lpstr>Example 6</vt:lpstr>
      <vt:lpstr>EXAMPLE 7: SUCCESSION TO THE BRITISH THRONE</vt:lpstr>
      <vt:lpstr>Example 8</vt:lpstr>
      <vt:lpstr>Example 9</vt:lpstr>
      <vt:lpstr>Example 9 (contd.)</vt:lpstr>
      <vt:lpstr>Example 9 (contd.)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Mihaela-Ana Lupea</cp:lastModifiedBy>
  <cp:revision>125</cp:revision>
  <dcterms:created xsi:type="dcterms:W3CDTF">2017-11-03T20:27:27Z</dcterms:created>
  <dcterms:modified xsi:type="dcterms:W3CDTF">2025-11-20T08:13:44Z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
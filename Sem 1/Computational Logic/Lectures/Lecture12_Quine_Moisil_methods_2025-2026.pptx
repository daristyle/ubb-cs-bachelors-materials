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4"/>
  </p:sldMasterIdLst>
  <p:sldIdLst>
    <p:sldId id="256" r:id="rId5"/>
    <p:sldId id="277" r:id="rId6"/>
    <p:sldId id="279" r:id="rId7"/>
    <p:sldId id="303" r:id="rId8"/>
    <p:sldId id="280" r:id="rId9"/>
    <p:sldId id="281" r:id="rId10"/>
    <p:sldId id="282" r:id="rId11"/>
    <p:sldId id="283" r:id="rId12"/>
    <p:sldId id="302" r:id="rId13"/>
    <p:sldId id="292" r:id="rId14"/>
    <p:sldId id="309" r:id="rId15"/>
    <p:sldId id="289" r:id="rId16"/>
    <p:sldId id="293" r:id="rId17"/>
    <p:sldId id="310" r:id="rId18"/>
    <p:sldId id="295" r:id="rId19"/>
    <p:sldId id="305" r:id="rId20"/>
    <p:sldId id="306" r:id="rId21"/>
    <p:sldId id="298" r:id="rId22"/>
    <p:sldId id="308" r:id="rId23"/>
    <p:sldId id="311" r:id="rId24"/>
    <p:sldId id="301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26" autoAdjust="0"/>
    <p:restoredTop sz="94660"/>
  </p:normalViewPr>
  <p:slideViewPr>
    <p:cSldViewPr>
      <p:cViewPr varScale="1">
        <p:scale>
          <a:sx n="72" d="100"/>
          <a:sy n="72" d="100"/>
        </p:scale>
        <p:origin x="12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9T19:34:27.50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18609 9243 0,'18'0'125,"17"0"-110,-17 0 1,17 0 0,0 0-1,36 0 1,-54 0-16,1 0 15,17 0 1,-17 0-16,52 0 16,54 0-1,52 0 1,-17 0 0,17 0-1,-70 0 1,-18 0-1,-70 0 1,17 0 62,-17 0-62,141 0-1,-36 0 1,107 0 0,-89 0-1,-124 0 1,1 0 437,17 0 47,1 0-234,16 0-251,1 0 1,18 0 0,-36 0-16,-17 0 15,88 0 1,-89 0 140,19 0-140,-1 0-1,106 0 1,-53 0 0,18 0-1,-35 0 1,-36 0-1,18 0 235,141 0-218,88 0-17,-17 0 1,-177 0 0,159 0-1,-177 0 1,-17 0-1,0 0 204,-18 0-203,1 0-16,122 0 15,-17-53 17,106-18-1,-194 71-15,-17 0 296,-1 0-265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9T19:34:34.93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2205 10213 0,'35'0'78,"-17"0"-62,35 0 0,211 0 15,-140 0-15,34 18-1,-52-1 1,0 18-1,-18-17 1,-52 0 0,-19-18 46,54 0-46,88 0-1,17 0 1,-35 0 0,-17 0-16,123 0 31,-106-36-15,-18 36-1,-52 0 1,-1 0-1,-3986 0 1,8026 0 0,-4039 0-1,-36 0 1,-17-17 0,17 17 15,0 0-16,-4021 0 1,8060 0 0,-3968 0-1,-18 0 1,54 0 0,-54 0 15,18 0-16,-71 0 1,0 0 93,142 0-77,17 0-17,0 0 1,-71 0 0,18-18-1,-35 1 1,35 17-1,88 0 1,1 0 15,-89 0-15,53 0 0,-53 0-1,-18 0 1,-70 0-1,-35 0 1,17 0 0,1 0-1,-1 0 1,-18 0 15,125 0-15,-72 0-1,71 35 1,-17-35 0,17 17-1,-18 19 1,-34-36 15,-1 0-15,-53 0-1,-17 0 1,-1 0 62,54 0-62,-1 0-1,142 0 1,-36 0 0,18 0-1,18 0 1,-106 0 0,70 0-1,-35 0 1,-88 0-16,53 0 15,-18 0 1,-52 0 0,-1 0 140,71 0-140,-36 0-1,36 0 1,18 0-1,-19 0 1,-34 0 0,0 0-16,-18 0 15,17 0 17,-35 0-17,-17 0-15,0 0 16,52 0 15,1 0-15,17 0-1,0 0 1,0 0 0,1 0-1,-1 0 1,-18 0-1,-17 0 1,53 0 0,-71 0-1,1 0 1,16 0 156,1 0-157,36 0 1,87 0 0,-70 0-1,-71 0 1,-17 0 109,35 0-109,-18 0-1,106-18 1,0 18-1,0 0 1,-53 0 0,-52 0-1,-19 0 79,36 0-63,194 0 1,-123 0-17,52 0 1,18 0-1,-106 0 1,53 0 0,-88 0-16,0 0 15,18 0 1,-36 0-16,-17 0 16,-1 0 124,19 0-124,-19 0-16,177 0 15,18 0 17,-36 0-17,-17 0 1,-71 0-16,1 0 16,34 0-1,-105 0-15,87 0 16,-52 0-1,-17 0 1,-19 0 47,19 0-1,52 0-46,35 0-1,18 0 1,53 0 0,-52 0-1,-54 0 1,-18 0-1,-17 0-15,-18 0 16,36 0 0,-18 0-1,-18 0 48,0 0-48,-17 0-15,88 0 16,-36 0 0,36 0-1,18 0 17,-1 0-17,-35 0 1,-52 0-16,17 0 15,35 0 1,-35 0-16,0 0 16,17 0-1,-34 0 1,-19 0 0,18 0 77,1-18-77,87 1 15,54-1-15,-54 18-1,18 0 17,-88 0-17,-18 0 79,1 0-78,-1 0 62,0-17-63,36-1 1,-36 18 0,-17 0 62,-1 0-63,19 0 17,-1 0-1,-17 0-15,17 0 77,0 0-61,0 0 233,1 0-218,17 0 0,-18 18-31,0-18 62,0 0-47,18 35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09T19:34:42.87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20020 10195 0,'35'0'93,"1"0"-77,70 0 0,52 36-1,36-1-15,-17-35 16,281 0-1,-211 17-15,18 1 16,440 53 0,-352-71-1,-176 0 1,-72 0 0,-105 17-1,36-17 1,17 0-1,-18 0 17,53 0-17,-17 0 1,-36 0 0,-17 18 171,-36 17-171,-88 124-1,35-71 17,19 0-17,52-52 1,-36-36-1,19 0 1,-19 35 0,1 0-1,-35-17 1,70-1 0,-53 1-1,17-18 1,-17 0-1,-52 35 1,-1-35 0,-35 0-1,-71 18 1,-17-18 0,70 0-1,18 0 16,0 0-15,-18 0 0,88 0-1,-17 0 1,71 0 171,-1-18 392,-17 18-548,-71 18-16,0-18 17,0 35-17,18-35 1,0 0 0,35 0-1,-53 0 1,-53 36-1,71-1 1,-35 0 0,34-35-1,36 0 142,18 18-142,18-1 16,-1-17 1,-35 36-17,35-19 17,-17 1-17,0 0 1,17-18 15,-17 17 32,-18-17-48,-88 36 1,88-36-1,0 35 1,-35-18 15,35 1 1,-35 0-17,-18-1 1,-18-17-1,-34 0 1,34 0 0,18 0-1,89 0 1,-19 0 156,19 0-157,-1 0-15,-88 0 16,-105-17 15,-19 17-15,-52-71 0,70 54-1,71-19 1,88 36-1,-35 0 95,53 0-95,-106 0 17,35 0-17,71 0 1,-53 0 0,17 0-16,36 0 15,-124 0 1,71 0-16,0 0 15,-212 0 1,123 0-16,19 0 16,-248 0-1,212 0 1,106 0 0,35 0-1,35 0 141,-229 18-109,124-18-31,-1 0 0,36 18-1,-18-18 1,53 0-1,0 0 1,-17 0 0,35 0-16,-1 17 15,-87 18 1,-1-35 0,36 0 15,0 0-16,17 0 1,1 0 0,-18 0-1,70 0 1,-17 0 109,-18 0-109,-71 53-1,18-53 16,18 0-15,-70 0 0,140 0-16,-35 0 15,-70 0 1,34 0-16,-52 0 16,18 0-1,-36 0 1,-53 0-1,54 0 1,-19 0 15,-105-35-15,194 35 0,-18 0-1,35 0 1,36 0-1,17 0-15,-87 0 32,16 0-17,-16 0 1,16 0 0,-16 0-1,-37 0 1,1 0-1,36 0 1,34 0 0,0 0-1,18 0 79,-17 0-78,-212 0 15,194 0-15,-54 0-1,54 0 1,0 0-1,-18 0 1,18 0 0,17 0-1,36 0-15,18 0 16,-19 0-16,-34 0 16,34 0-16,-87 0 15,-53 0 1,17 0-1,-53 0 1,-17 0 0,70-18 15,-158-17-15,158 35 15,53 0-16,0 0 1,36-17-16,34 17 16,-17 0-1,18 0 79,0 0-78,-36 0-1,-123 0 17,53 0-17,53 0 1,-18 0-1,36 0 1,34 0 0,1 0 15,-18 0 0,18 0-15,0 0-1,-1 0 1,19 0-16,-1 0 16,-53 0-1,-17 0 1,0 0 0,53 0-1,0 0 1,-18 0-1,17 0 17,1 0-17,0 0 1,-36 0 0,-52 0-1,17 0 1,-18 0-1,-17 0 1,18 0 0,-18 0-1,105 0 1,-16 0 0,-1 0-1,35 0 16,-17 0 32,-1 0-47,1 0-1,-194-18 16,141-17-15,-1 17 0,72 0 124,-1 18-93,-123 0-31,70 0-1,-52 0 1,0 0 0,17 0-1,53 0-15,0 0 16,-88 0 0,88 0-1,18 18 48,17 0 15,-17-18-63,-54 17 17,54 1-1,18-18 0,-36 0-15,0 18-1,0 17 1,18-35 0,-36 0-1,-53 0 1,19 0 0,34 0-16,-35 0 15,-35 0 1,53 0 15,53 0 0,52 0 329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2-11T07:33:30.77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7030A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3369 6032 0,'18'0'219,"105"36"-188,-88-36-31,71 0 16,-35 0 0,-18 0-16,-36 0 31,54 17-15,-53-17 77,52 18-77,1 0 0,52-18-1,-17 0 1,-18 0-16,-17 0 15,105 17 1,-35 1 15,18-18 1,-106 0-17,-18 0 1,0 0-1,1 0 1,-1 0 15,-17 0-15,17 0 31,0 0-32,0 0 1,1 0 15,-1 0-31,0 0 32,-17 0-17,17 0 1,1 0 15,52 0-15,-53 0-1,88 0 1,-34 0 0,-19 0-1,36 0 1,-53-35-1,17 35 1,-17 0 0,-17 0-1,-1 0 63,0 0-46,53 0-1,18 0 0,-88 0-15,0 0-1,-1 0 1,18 0 62,18 0-62,-17 0-1,-1 0 1,0 0 0,0 0-1,1 0 1,-19-18 0,-17 0-1,36 18-15,-19 0 47,107-35-31,-71 17-1,0 1 17,-18-1-17,-17 18 110</inkml:trace>
  <inkml:trace contextRef="#ctx0" brushRef="#br0" timeOffset="5151.97">5468 8837 0,'18'0'62,"-1"0"-15,19 0 47,69 0-63,160 0 16,-53 18-16,-195-1-15,54-17-1,-36 0-15,18 0 16,53 0 0,-53 0-16,-18 0 15,-17 0 1,35 0 46,-18 0-46,0 0 0,0 0 15,-17 0-31,0 0 16,-1 0-1,54 0 1,-36 0-1,1 0 1,-1 0 0,-18 0-1,19 0 1,-1 0 0,0 0-1,18 0 1,-18 0-16,-17 0 15,88 0 1,-36 0 0,-34 0-1,-1 0 95,0 0-95,1 0 1,17 0 0,-18 0-1,0 0 1,-17 0-1,-1 0 1,1 0 15,17 0-31,1 0 32,-1 0 14,0 0 33,18 0-64,-18 0 1,1 0-1,16 0 17,-34 0-1,0 0-15,-1 0 15,1 0 47,17 0-47,1 0 16,-19 0-31,1 0 31,0 0 31,-1 0-31,1 0-32,17 0 860,0 0-844,18 0-15,-17 0 0,-19 0-1,1 0 1,17-17 156,-17 17-110,17 0-30,-17 0 61,-1 0-61,19 0 296,-1-18-313</inkml:trace>
  <inkml:trace contextRef="#ctx0" brushRef="#br1" timeOffset="11630.45">8079 6050 0,'0'-18'109,"17"18"-30,1 0-64,0 0 1,17 0 46,18 0-30,53 18-17,-1 0 1,-16-1-1,-1-17 1,-18 0 0,-34 0 31,17 0-32,-1 0 1,-34 0-1,17 0 95,36 0-79,-1 0-15,36 0-1,-18-35 1,-52 17 0,-19 18 30,1 0-30,17-17 0,1-1 62,-1 18-47,-17-17 0,-1 17 141,71 0-141,-35 0-15,35 0 0,1 0-1,-72 0 1,54 0 46,-36-18-30</inkml:trace>
  <inkml:trace contextRef="#ctx0" brushRef="#br1" timeOffset="14573.36">12876 6068 0,'18'0'203,"70"0"-172,-53 0 16,18 0-16,-17 17-15,-1-17 0,0 36-1,1-36-15,-19 0 16,1 0 109,35 0-94,-18 0-31,71 0 31,0 0-15,-53 0-16,17 0 16,36 0-1,-71-36 1,18 36 0,18 0-1,-36 0 1,-17 0-1,17 0 1,0 0 0,18-17-1,-35 17 17,-1 0-32,1-18 15,0 18 1,17-18 78,0 18-79,-17-17 1,17 17 15,-17 0-15,-1 0-1,19-18 1,-1 18 15,-17 0 0,17-17 32,-17 17-32</inkml:trace>
  <inkml:trace contextRef="#ctx0" brushRef="#br1" timeOffset="19030.48">9349 8855 0,'17'0'93,"1"-18"-77,0 18 62,52 0-47,1 0-15,34 0 0,19 0-1,-1 0 1,-34 0 15,-54 0-15,-17 0-1,-1 0 142,89 0-126,-71 0-31,36 0 31,-1 0-15,-17 0-16,-35 0 15,70 0 1,-35 0 62,18 0-62,52 0-1,-35 0 1,-35 0 0,-35 0 62,35 0-63,-18 0 1,0 0 0,1 0 15,34 0 0,-52 0-15,17 0-16,0 0 15,71 0 1,-35 0 0,-54 0 93,1 0-93,17-18-1,36 18 1,-71-17 0,35-1-1,36 18 1,-36 0 15,-17 0 32,17 0-48,18 0 1,17 0-1,-34 0 1,-1 0-16,-17-17 31,52-1-15,-35 18 78,-17 0-63,35-35-15,-35 35-1,17 0 1,18 0-1,-18 0 1,0 0 0,1 0 31,-1 0-16,0 0-16,-17 0 110,-1 0-93,1 0-17,0 0 1,-1 0 93,19 0-77</inkml:trace>
  <inkml:trace contextRef="#ctx0" brushRef="#br2" timeOffset="30944.8">10477 6050 0,'18'0'188,"70"0"-157,-35 0-16,0 0 1,18 0 0,-36 0-1,-17 0 1,-1 0 0,1 0 62,17 0-63,53 0 17,18 0-17,-35 0 1,-36 0-1,-17 0 48,17 0-47,36 0-1,-19 0 1,-16 0-1,34 0 1,1 0 0,-36 0-1,0 0 17,1 0-1,-1 0-16,-17 0 1,-1 0 0,1 0-1,-1 0 1,1 0 0,17 0-1,1 0 1,-19 0-1,1 0 1,0 0 15,-1 0 16,1 0 47,17 0-78,0 0-1,1 0 1,-19 0 124,1 0-108,0 0 30,-1 0-31</inkml:trace>
  <inkml:trace contextRef="#ctx0" brushRef="#br2" timeOffset="34759.75">15363 6156 0,'89'0'297,"-36"0"-282,158 0 1,-105 0 0,0 0-1,-36 0 1,-17 0-1,-17 0 1,-1 0 15,0 0 16,18 0-31,0 0-1,-18 0 1,71 0 0,-18 0-1,1 0 1,-37 0 0,-16 0-1,-19-18 1,19 18-1,17-17 1,0 17 0,-36-18-1,18 18-15,18-35 32,-17 35-32,-19 0 0,1 0 31,35 0-16,-53-18 1,35 18 0,18 0-1,-18-18 1,18 18 0,0 0-1,0 0 1,-18 0-1,1 0 1,-19 0-16,1 0 16,35 0-1,-18 0 1,0 0 31,-17 0 0,0 0 531,-89 18-531,-17 35-32,35-18 17,18-35-17,-36 0 32,18 0-16,-17-17-15,17-1 0,17 18-1,1 0 1,18 0-1,-1 0 32,-35-18 0,35 1-31,1 17-1,-1-18 17</inkml:trace>
  <inkml:trace contextRef="#ctx0" brushRef="#br2" timeOffset="38592.32">13353 8837 0,'17'35'32,"1"-35"61,17 0-14,-17 0-64,-1 0 32,1 0-31,17 0-1,1 0 1,-19 0-16,89 0 31,-18 0-15,-17 18-16,-53-18 15,17 0 1,0 0 62,0 0-62,18 0-1,-17 0 1,-1 0 0,0 0-16,18 0 31,-18 18-15,1-18 77,69 0-77,-16 0 0,-1 0-1,-71 0 1,19 0 31,-19 0-16,19 0 0,17 0-15,-18 0-1,0 0 1,18 0 0,18 0-1,-36 0 1,18 0-16,-36 0 16,89-18-1,-18 0 1,1 18-1,-36 0 1,-36 0 0,1 0-1,17-35 17,18 35-17,-18 0 1,-17 0-1,0 0-15,17-35 32,-18 35-17,36 0 1,-17 0 0,-1 0-1,36-35 1,-1 35-1,18 0 1,-70 0 0,0 0-1,17-18 1,0 18 0,18-35 30,0 35-30,-35 0 0,17 0-1,0 0 1,0 0 0,18 0-1,0 0 1,-17 0-1,16-18 32,-16 0-31</inkml:trace>
  <inkml:trace contextRef="#ctx0" brushRef="#br3" timeOffset="59599.74">17815 10530 0,'18'0'250,"52"0"-219,-17 0-15,0 0 0,0 18-1,-17 0 1,-1-18 140,0 0-31,18 0-109,35-18-1,-35 18 17,-18 0-32,-17 0 125,0 0-110,-1 0 282,1 0-281,17 0-1</inkml:trace>
  <inkml:trace contextRef="#ctx0" brushRef="#br3" timeOffset="61416.4">19914 10566 0,'18'0'141,"17"0"-126,0 0-15,-17 0 16,88 0 0,0 0-1,-71 0-15,0 0 16,36 0 0,-18 0-1,0 0 1,-18 0-1,0 0 1,1 0 15,-1 0 1,0 17-1,-17-17-16,-1 0 17</inkml:trace>
  <inkml:trace contextRef="#ctx0" brushRef="#br3" timeOffset="68622.94">7267 11412 0,'18'0'62,"17"0"32,71 0-63,123 36 0,-123-36-15,-18 0 0,-52 0-1,-1 0 63,-18 0 1</inkml:trace>
  <inkml:trace contextRef="#ctx0" brushRef="#br3" timeOffset="70494.17">9313 11465 0,'18'0'94,"35"0"-79,35 0 1,0 0 0,0 0-1,36 0 1,-71 0 15,-36 0 63,19-17-16,-19-1-62,19 18-1,-1-18 63,18 1-62,0 17 0,-36-18-1</inkml:trace>
  <inkml:trace contextRef="#ctx0" brushRef="#br3" timeOffset="83591.96">11800 11448 0,'-17'-18'31,"52"18"16,0 0 31,-17 0-62,0 0 0,17 0-1,0 0 1,36 0-1,-1 0 1,-17 0 0,-18 0-1,18 0 1,-35 0 0,0 0-16,52 0 31,-35 0-16,-17 0 1,0 0 62,-1 0-62</inkml:trace>
  <inkml:trace contextRef="#ctx0" brushRef="#br3" timeOffset="85749.78">13847 11465 0,'52'0'235,"-16"0"-220,87 0 1,-35-35-1,1 17 1,-72 18 0</inkml:trace>
  <inkml:trace contextRef="#ctx0" brushRef="#br3" timeOffset="94991.73">17198 11377 0,'18'0'15,"17"0"48,18 0-48,17 0 1,-34 18 0,-19-18-16,1 0 15,17 0 1,-17 0 93,-1 0-62,1 0-31,35 0-16,0 0 15,70 0 1,-17 0 0,-71 0-1,-17 0 1,0 0 93</inkml:trace>
  <inkml:trace contextRef="#ctx0" brushRef="#br3" timeOffset="96410.56">19226 11324 0,'36'0'16,"-1"0"15,-17 0-16,35 0 32,-36 0-31,18 0-16,18 0 31,53 0-15,-53 0-1,-18 0 1,1 0 0,-19 0 124,19 0-124,-19 0 0,36 0-1</inkml:trace>
  <inkml:trace contextRef="#ctx0" brushRef="#br3" timeOffset="100119.45">18344 11412 0,'53'0'312,"0"0"-280,35 0-17,-52 0 1,17 0 46,-36 0-46,-17-17 0,36 17 155,-19 0-92,71 0-48</inkml:trace>
  <inkml:trace contextRef="#ctx0" brushRef="#br3" timeOffset="101439.55">18397 11518 0,'36'0'156,"17"0"-141,-36 0 1,36 0 0,0 0-1,-18 0 1,-17 0 0,17 0 62,0 0 94,-17 0-1,0 0-155,-1 0 0</inkml:trace>
  <inkml:trace contextRef="#ctx0" brushRef="#br3" timeOffset="105486.14">21414 11412 0,'-4004'0'234,"8061"0"-218,-3987 0-1,1 0 1,-1 0-1,1 0 1,-18 0 0,-18 0-1,-17 0 1</inkml:trace>
  <inkml:trace contextRef="#ctx0" brushRef="#br2" timeOffset="128664.39">15487 13194 0,'35'0'78,"-17"0"-62,35 0-1,0 0 1,0 0 0,-18 0-1,0 0 1,18 0-1,-18 0 1,54 0 0,-54 0-1,0 0 1,-17 0 0,-1 0 15,1 0-31,17 0 62,1 0-15,16 0-16,-34 0 1,0 0-1,-1 0-15,54 0 15,17 0-16,-70 0-15,35 0 16,0 0 0,-18 0-16,18 0 15,-18 0 79,0 0-78,54 0-1,16 0 1,-69 0 0,17 0-16,-18 0 31,18 0-31,0 0 15,0 0 1,-18 0 0,35 0-1,36 0 1,18 35 0,17-35-1,-35 0 1,-89 0-16,36 0 15,-35 0 110,17 0-62,36 0-32,-1 0-15,-34 0-16,17 0 15,17 0 1,-35 0-16,1 0 47,-1 0-31,0 0-1,18 0 16,53-17-15,-88 17 15,34-18-15,1-17 15,-17 35-15,-1 0-1,0 0 1,18 0 0,-18-36-1,1 36 1,-1-17 0,0 17 93,-17 0-93,0 0-16,-1 0 15,18 0 1,1 0-1,-1 0 17,0 0-17,-17 0 1,0 0 46,-1 0-46,18 0 0,1 0 93,-19 17-93</inkml:trace>
  <inkml:trace contextRef="#ctx0" brushRef="#br2" timeOffset="140055.66">15363 14041 0,'18'0'125,"70"0"-94,-52 0-15,52 0-1,-35 17-15,0 1 16,-18-18-16,35 0 16,54 0-1,-71 0 1,-18 0-1,0 0 17,1 0 46,-1 0-63,-17 0 1,34 0 0,19 0-16,-18 0 15,88 0 1,-35 0 0,-88 0-1,-1 0 32,18 0-31,1 0-1,-1 0 1,0 0 0,1 0-1,-19 0 1,19 0-1,69 0 1,-16 0 0,16 0-1,-34 0 1,35-18 0,-53 18-1,-18 0 1,-17-17 93,34 17-46,-16 0-48,17 0 1,53-36 0,-89 36 359</inkml:trace>
  <inkml:trace contextRef="#ctx0" brushRef="#br2" timeOffset="143947.44">11201 14041 0,'17'0'79,"1"0"-48,35 0-16,0 0 1,141 0 0,-18 0-1,-35 0 1,-17 0 0,-71 0-1,0 0 16,-18 0 32,-17 0-47,-1 0-16,18 0 15,142 0 1,-89 0-1,18 0 1,-53 0 0,17 0-1,1 0 1,35 17 0,-89-17-1,1 0-15,17 0 31,36 0 32,-18 0-47,-18 0-1,0 0 1,1 0-1,-1 0 1,18 0 0,0 0 15,-36 0 0,1 0-31,17 0 16,106 18-1,18-1 1,-53-17 0,17 0-1,-52 0 1,-53 0 46,35 0-15,-18 0 0,35 0-16,19-17-15,34-1 0,-52 18-1,-18-35 1,-36 35 15</inkml:trace>
  <inkml:trace contextRef="#ctx0" brushRef="#br2" timeOffset="149614.09">7320 14093 0,'35'0'94,"71"0"-79,0 0 1,53 0-1,-36 0 1,1 0 0,-18 0-1,17 0 1,-88-17-16,1 17 109,17-18-93,-1 1 0,19 17-1,-18 0 1,0 0-1,-36 0 1,19 0 0,17 0-1,-36 0 1,1 0-16,35 0 16,123 0-1,-70 0 1,-35 0 15,-36 0-15,-17 0-1,-1 0 48,18 0-48,-17 0 1,17 0 0,18 0-1,-17 0 1,-1 0 0,0 0-1,0 0 1,1 0 15,-1 0-15,18 0-1,-18 0 63,36 0-62,-36 0 0,18 0-1,-18 0 1,-17 0 0,-1 0-1,1 0 1,35 0 15,-18 0-15,-17 0-16,0-18 15,70 18 1,-53-35 0,36 35-1,34-36 1,-52 19-1,-17 17 1,-1 0 78,53 0-63,36 0-15,-19 0-1,37 0 1,-90 0 0,-52 17 327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CBDE4-E2E1-41D4-8BCC-B84BF76AB1AC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B6D3DBF-146D-4070-876B-4050E58DF8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30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1BD201D-D279-4C6C-90AE-28E291AB790C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434705C-A37F-4A9D-8481-A71BAC1F8B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9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22865-FC9B-4BED-9009-A9B7CF323C81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A56E197-A542-47A8-8428-E8ECB7996B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15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8897E-FE8F-40C4-9D6D-BDB021FE0BBA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9AC6A-C5ED-4D04-A453-191AA9CCF0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89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6B554A-AED6-4644-A533-C6E4F9D1B9E2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F045E-6D80-4D40-8536-5C754F1956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8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B312F68-6F53-411A-B46E-9C576D6DC445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F44105B-97A1-4B22-A58F-0A7F153A8B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87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8765D-0E40-4601-9F19-53384B53812F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58D53-F44E-4209-B5D5-045045111A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6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Straight Connector 1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1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252E8DC-CFB8-45BF-9B59-B16DE6188751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16B6D8-F3E0-463C-A343-37C1651E6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9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1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2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D435F7B-89BA-4AEB-8847-0E97035205A1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1CF73C4-D3DC-4B67-9A7B-ACFCE8C747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75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2D6E5-6378-4B8A-9834-AA715042D83A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D8092-93DB-4D30-84C7-BE993A0E79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60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C19CF-C531-48A4-AFA3-FF821EFF00A8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0ED84-11EF-4A85-8BFB-D9777126CF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5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03E693B-30E0-4DB1-B6DF-75D7820BB5CE}" type="datetimeFigureOut">
              <a:rPr lang="en-US"/>
              <a:pPr>
                <a:defRPr/>
              </a:pPr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32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4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 smtClean="0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pPr>
              <a:defRPr/>
            </a:pPr>
            <a:fld id="{8AF05010-CFEF-43E7-9010-6B78D4827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66" r:id="rId4"/>
    <p:sldLayoutId id="2147483967" r:id="rId5"/>
    <p:sldLayoutId id="2147483974" r:id="rId6"/>
    <p:sldLayoutId id="2147483968" r:id="rId7"/>
    <p:sldLayoutId id="2147483975" r:id="rId8"/>
    <p:sldLayoutId id="2147483976" r:id="rId9"/>
    <p:sldLayoutId id="2147483969" r:id="rId10"/>
    <p:sldLayoutId id="214748397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9.png"/><Relationship Id="rId4" Type="http://schemas.openxmlformats.org/officeDocument/2006/relationships/customXml" Target="../ink/ink1.xml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362200"/>
            <a:ext cx="6580188" cy="1524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Quine-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Mc’Clusky’s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 </a:t>
            </a:r>
            <a:br>
              <a:rPr lang="en-US" sz="2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</a:t>
            </a:r>
            <a:r>
              <a:rPr lang="en-US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Moisil’s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simplification methods</a:t>
            </a:r>
            <a:endParaRPr lang="en-US" dirty="0"/>
          </a:p>
        </p:txBody>
      </p:sp>
      <p:pic>
        <p:nvPicPr>
          <p:cNvPr id="819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38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049BCAF7-3AB6-B5C9-9F25-8C51FBB5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8321707" cy="5408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8253B1-6D2D-AAFE-E49B-0EED8BA44CDE}"/>
              </a:ext>
            </a:extLst>
          </p:cNvPr>
          <p:cNvSpPr txBox="1"/>
          <p:nvPr/>
        </p:nvSpPr>
        <p:spPr>
          <a:xfrm>
            <a:off x="1001712" y="280424"/>
            <a:ext cx="69278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Simplification of Boolean Functions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421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dirty="0"/>
              <a:t>Simplification Algorithm</a:t>
            </a:r>
            <a:endParaRPr lang="en-US" dirty="0"/>
          </a:p>
        </p:txBody>
      </p:sp>
      <p:pic>
        <p:nvPicPr>
          <p:cNvPr id="1024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550" y="-15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6D6047-960E-B9DD-540F-2F76B9BC1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14400"/>
            <a:ext cx="6802492" cy="5436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92359"/>
            <a:ext cx="3200400" cy="539750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Quine’s method</a:t>
            </a:r>
            <a:endParaRPr lang="en-US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2222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9529D9-3FDB-1866-EFA9-A2B4B804E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036161"/>
            <a:ext cx="7696200" cy="47856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2493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659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2800" b="1" u="sng" dirty="0"/>
            </a:br>
            <a:r>
              <a:rPr lang="en-US" sz="2800" b="1" u="sng" dirty="0"/>
              <a:t>Quine’s Method </a:t>
            </a:r>
            <a:r>
              <a:rPr lang="en-US" sz="2800" b="1" dirty="0"/>
              <a:t>–description (I)</a:t>
            </a:r>
            <a:endParaRPr lang="en-US" dirty="0"/>
          </a:p>
        </p:txBody>
      </p:sp>
      <p:pic>
        <p:nvPicPr>
          <p:cNvPr id="11269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2222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03D36E-E2F1-F4DD-B9A1-CD3E31EE8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0497" y="1104900"/>
            <a:ext cx="8226056" cy="4648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b="1" u="sng" dirty="0"/>
              <a:t>Quine’s Method </a:t>
            </a:r>
            <a:r>
              <a:rPr lang="en-US" sz="2800" b="1" dirty="0"/>
              <a:t>–description (II)</a:t>
            </a:r>
            <a:endParaRPr lang="en-US" b="1" u="sng" dirty="0"/>
          </a:p>
        </p:txBody>
      </p:sp>
      <p:pic>
        <p:nvPicPr>
          <p:cNvPr id="1229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39F5C3-A52E-4E27-EE21-A4B4A1818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" y="1271295"/>
            <a:ext cx="8191500" cy="49009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400" b="1" u="sng" dirty="0"/>
              <a:t>Quine’s Method </a:t>
            </a:r>
            <a:r>
              <a:rPr lang="en-US" sz="2400" b="1" dirty="0"/>
              <a:t>–description (III)</a:t>
            </a:r>
          </a:p>
        </p:txBody>
      </p:sp>
      <p:pic>
        <p:nvPicPr>
          <p:cNvPr id="1331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8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24D70B-2A07-F435-642E-E34BF742C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14400"/>
            <a:ext cx="8145462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061348E-C6F7-406B-AB81-51F9A66CD660}"/>
                  </a:ext>
                </a:extLst>
              </p14:cNvPr>
              <p14:cNvContentPartPr/>
              <p14:nvPr/>
            </p14:nvContentPartPr>
            <p14:xfrm>
              <a:off x="6699240" y="3282840"/>
              <a:ext cx="1778400" cy="45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061348E-C6F7-406B-AB81-51F9A66CD6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83400" y="3219480"/>
                <a:ext cx="18097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6F6B68F-EA8E-DF98-C839-7A4FCF71F0C4}"/>
                  </a:ext>
                </a:extLst>
              </p14:cNvPr>
              <p14:cNvContentPartPr/>
              <p14:nvPr/>
            </p14:nvContentPartPr>
            <p14:xfrm>
              <a:off x="222120" y="3676680"/>
              <a:ext cx="6877440" cy="38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6F6B68F-EA8E-DF98-C839-7A4FCF71F0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6280" y="3613320"/>
                <a:ext cx="690876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CC4714-67FD-C5C5-BA57-91A550F24D38}"/>
                  </a:ext>
                </a:extLst>
              </p14:cNvPr>
              <p14:cNvContentPartPr/>
              <p14:nvPr/>
            </p14:nvContentPartPr>
            <p14:xfrm>
              <a:off x="603360" y="3670200"/>
              <a:ext cx="7810920" cy="438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CC4714-67FD-C5C5-BA57-91A550F24D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7520" y="3606840"/>
                <a:ext cx="7842240" cy="56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963" y="319974"/>
            <a:ext cx="80010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b="1" u="sng" dirty="0"/>
              <a:t>Example 1</a:t>
            </a:r>
            <a:r>
              <a:rPr lang="en-US" sz="2800" dirty="0"/>
              <a:t>. Simplify the Boolean Function</a:t>
            </a:r>
            <a:endParaRPr lang="en-US" sz="2800" b="1" u="sng" dirty="0"/>
          </a:p>
        </p:txBody>
      </p:sp>
      <p:pic>
        <p:nvPicPr>
          <p:cNvPr id="1434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238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C0B000-67D0-D99D-CBF4-F1DDBCD3E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990600"/>
            <a:ext cx="6418718" cy="412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BB9E86-DD23-426D-8A77-2076CFD71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91" y="1485900"/>
            <a:ext cx="6200775" cy="4381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80AAFA-0AD4-41FF-44B3-05E59EE2E8B6}"/>
              </a:ext>
            </a:extLst>
          </p:cNvPr>
          <p:cNvSpPr txBox="1"/>
          <p:nvPr/>
        </p:nvSpPr>
        <p:spPr>
          <a:xfrm>
            <a:off x="6642556" y="4572000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Maximal </a:t>
            </a:r>
            <a:r>
              <a:rPr lang="en-US" dirty="0" err="1"/>
              <a:t>monoms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894CE3-F1C1-A717-76E5-A30B6CDB1D17}"/>
              </a:ext>
            </a:extLst>
          </p:cNvPr>
          <p:cNvSpPr txBox="1"/>
          <p:nvPr/>
        </p:nvSpPr>
        <p:spPr>
          <a:xfrm>
            <a:off x="3429000" y="1414273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support set of </a:t>
            </a:r>
            <a:r>
              <a:rPr lang="en-US" i="1" dirty="0"/>
              <a:t>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67600" cy="563563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dirty="0"/>
            </a:br>
            <a:endParaRPr lang="en-US" dirty="0"/>
          </a:p>
        </p:txBody>
      </p:sp>
      <p:pic>
        <p:nvPicPr>
          <p:cNvPr id="1536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825" y="-15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3169A1-5376-47C3-CEBB-CE072065AADA}"/>
              </a:ext>
            </a:extLst>
          </p:cNvPr>
          <p:cNvSpPr txBox="1"/>
          <p:nvPr/>
        </p:nvSpPr>
        <p:spPr>
          <a:xfrm>
            <a:off x="1524000" y="12891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Example 1 (contd.)</a:t>
            </a:r>
            <a:endParaRPr lang="en-US" sz="2800" dirty="0"/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1FA3490D-9C67-9A8C-F5CC-5D5B7E7BC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80" y="1065580"/>
            <a:ext cx="7824345" cy="5182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0006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7467600" cy="457200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dirty="0"/>
            </a:br>
            <a:endParaRPr lang="en-US" dirty="0"/>
          </a:p>
        </p:txBody>
      </p:sp>
      <p:pic>
        <p:nvPicPr>
          <p:cNvPr id="16389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CB01A0-DA8A-50CE-97C7-DCDE87DD5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143000"/>
            <a:ext cx="8077200" cy="510540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45F505-5AE1-ACAF-4F3D-78774A27D55F}"/>
              </a:ext>
            </a:extLst>
          </p:cNvPr>
          <p:cNvSpPr txBox="1"/>
          <p:nvPr/>
        </p:nvSpPr>
        <p:spPr>
          <a:xfrm>
            <a:off x="533400" y="379393"/>
            <a:ext cx="716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Example 2</a:t>
            </a:r>
            <a:r>
              <a:rPr lang="en-US" sz="2800" dirty="0"/>
              <a:t>. Simplify the Boolean Function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4EEDA-E9EE-3A18-1B57-8CAEF4D9D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r>
              <a:rPr lang="en-US" sz="2600" b="1" u="sng" dirty="0"/>
              <a:t>Example 2 – Factorization process</a:t>
            </a:r>
            <a:endParaRPr lang="en-US" sz="260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4163CC90-2D64-1C2B-F52F-E640022CA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026" y="160338"/>
            <a:ext cx="631825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26CD366F-F01E-B094-1216-CF5A6860A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76300"/>
            <a:ext cx="4559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6A4FB0-92BB-0DC4-A1D0-F3A209881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349300"/>
            <a:ext cx="5124450" cy="4476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765BB0-AE56-F078-F433-A5C1F88FF02D}"/>
              </a:ext>
            </a:extLst>
          </p:cNvPr>
          <p:cNvSpPr txBox="1"/>
          <p:nvPr/>
        </p:nvSpPr>
        <p:spPr>
          <a:xfrm>
            <a:off x="4800600" y="870984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the support set of the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3B2301-6BC0-9BF2-C75B-4EA09354F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56" y="5826050"/>
            <a:ext cx="7013944" cy="6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A85B2D-097D-E1DD-239F-9D5F57348DB6}"/>
              </a:ext>
            </a:extLst>
          </p:cNvPr>
          <p:cNvSpPr txBox="1"/>
          <p:nvPr/>
        </p:nvSpPr>
        <p:spPr>
          <a:xfrm>
            <a:off x="5851008" y="4267200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Maximal </a:t>
            </a:r>
            <a:r>
              <a:rPr lang="en-US" dirty="0" err="1"/>
              <a:t>monoms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A38C15-C2A6-EC92-3D49-BE154DE621F8}"/>
              </a:ext>
            </a:extLst>
          </p:cNvPr>
          <p:cNvSpPr txBox="1"/>
          <p:nvPr/>
        </p:nvSpPr>
        <p:spPr>
          <a:xfrm>
            <a:off x="457200" y="3587675"/>
            <a:ext cx="1600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Simple factorizations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55E2AF-8A54-33A2-3C0E-168A867A8864}"/>
              </a:ext>
            </a:extLst>
          </p:cNvPr>
          <p:cNvSpPr txBox="1"/>
          <p:nvPr/>
        </p:nvSpPr>
        <p:spPr>
          <a:xfrm>
            <a:off x="668696" y="1444275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201859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1906" y="283917"/>
            <a:ext cx="4465674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/>
              <a:t>Example 2 (contd.)</a:t>
            </a:r>
            <a:endParaRPr lang="en-US" dirty="0"/>
          </a:p>
        </p:txBody>
      </p:sp>
      <p:pic>
        <p:nvPicPr>
          <p:cNvPr id="2253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5" y="4430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1DE4C7-C247-AAE0-26CF-21C0C9525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62504"/>
            <a:ext cx="6868484" cy="30960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58629E-3B74-BE8F-0A53-23CAB34AA5E1}"/>
              </a:ext>
            </a:extLst>
          </p:cNvPr>
          <p:cNvSpPr/>
          <p:nvPr/>
        </p:nvSpPr>
        <p:spPr>
          <a:xfrm>
            <a:off x="837171" y="991730"/>
            <a:ext cx="2749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Correspondence table</a:t>
            </a:r>
            <a:r>
              <a:rPr lang="en-US" dirty="0"/>
              <a:t>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BEA02B-5472-A414-C858-B4B199EB9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99" y="4444669"/>
            <a:ext cx="7887801" cy="8287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951FB8-B3BC-97FF-07A8-3AC26E12F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959" y="5359568"/>
            <a:ext cx="5505450" cy="1152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54B37D-319B-17B8-31DF-F8B4FDC067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2510" y="883314"/>
            <a:ext cx="809625" cy="2000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5191E4-E561-AA01-A2B3-9123AA1BAE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3761" y="919803"/>
            <a:ext cx="642998" cy="19193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1418DD-2359-2E68-04DD-A342DB53BF40}"/>
              </a:ext>
            </a:extLst>
          </p:cNvPr>
          <p:cNvSpPr txBox="1"/>
          <p:nvPr/>
        </p:nvSpPr>
        <p:spPr>
          <a:xfrm>
            <a:off x="7048459" y="604427"/>
            <a:ext cx="1234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Factorizartions</a:t>
            </a:r>
            <a:r>
              <a:rPr lang="en-US" sz="1200" dirty="0"/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400" b="1" u="sng" dirty="0"/>
              <a:t>Example 3. </a:t>
            </a:r>
            <a:r>
              <a:rPr lang="en-US" sz="2400" dirty="0"/>
              <a:t>Simplify the Boolean Function</a:t>
            </a:r>
          </a:p>
        </p:txBody>
      </p:sp>
      <p:pic>
        <p:nvPicPr>
          <p:cNvPr id="2355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00" y="6985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D67C62B0-7F55-F328-67FB-7DDBE02EC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153400" cy="39606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8F6C4-445B-A084-D9A3-A70254EB2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42E4-BBDA-24B0-FD07-F0F16D61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" y="145113"/>
            <a:ext cx="8296275" cy="411162"/>
          </a:xfrm>
        </p:spPr>
        <p:txBody>
          <a:bodyPr>
            <a:normAutofit fontScale="90000"/>
          </a:bodyPr>
          <a:lstStyle/>
          <a:p>
            <a:br>
              <a:rPr lang="en-US" sz="2400" b="1" dirty="0"/>
            </a:br>
            <a:r>
              <a:rPr lang="en-US" sz="2400" b="1" u="sng" dirty="0"/>
              <a:t>Example 3</a:t>
            </a:r>
            <a:r>
              <a:rPr lang="en-US" sz="2400" b="1" dirty="0"/>
              <a:t> - Factorization Process – maximal </a:t>
            </a:r>
            <a:r>
              <a:rPr lang="en-US" sz="2400" b="1" dirty="0" err="1"/>
              <a:t>monoms</a:t>
            </a:r>
            <a:endParaRPr lang="en-US" sz="2400" b="1" dirty="0"/>
          </a:p>
        </p:txBody>
      </p:sp>
      <p:pic>
        <p:nvPicPr>
          <p:cNvPr id="24580" name="Picture 3">
            <a:extLst>
              <a:ext uri="{FF2B5EF4-FFF2-40B4-BE49-F238E27FC236}">
                <a16:creationId xmlns:a16="http://schemas.microsoft.com/office/drawing/2014/main" id="{827C0921-A43D-A952-8F4B-6BEB36D50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258" y="7703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B80B73-3603-C5F6-5AE0-099711E7D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56" y="612346"/>
            <a:ext cx="7036317" cy="362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CB63A0-DFCB-D931-A54A-925F57E0A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88" y="5998512"/>
            <a:ext cx="7092137" cy="714375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FF0B2D-4967-7951-20CF-998D825D0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21470"/>
            <a:ext cx="4695825" cy="2333625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835566-511C-F0C5-9CDA-8481C42D54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55095"/>
            <a:ext cx="6905625" cy="20859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965F0C-135B-D157-DE18-CB2A48ED8A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522310"/>
            <a:ext cx="7772400" cy="3714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E8A1D96-D135-62F3-4A1C-33176DCA54A7}"/>
              </a:ext>
            </a:extLst>
          </p:cNvPr>
          <p:cNvSpPr txBox="1"/>
          <p:nvPr/>
        </p:nvSpPr>
        <p:spPr>
          <a:xfrm>
            <a:off x="144756" y="1288692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Representation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BC8869-C901-017D-D462-1B4704DDE485}"/>
              </a:ext>
            </a:extLst>
          </p:cNvPr>
          <p:cNvSpPr txBox="1"/>
          <p:nvPr/>
        </p:nvSpPr>
        <p:spPr>
          <a:xfrm>
            <a:off x="169565" y="3369128"/>
            <a:ext cx="1600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Simple factorizations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3CE41D-1FCF-DF0D-181B-ABCAFDFC7729}"/>
              </a:ext>
            </a:extLst>
          </p:cNvPr>
          <p:cNvSpPr txBox="1"/>
          <p:nvPr/>
        </p:nvSpPr>
        <p:spPr>
          <a:xfrm>
            <a:off x="270688" y="5359587"/>
            <a:ext cx="16161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Double factorizations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69CFE1-65E2-DF56-CE14-818E02997AAF}"/>
              </a:ext>
            </a:extLst>
          </p:cNvPr>
          <p:cNvSpPr txBox="1"/>
          <p:nvPr/>
        </p:nvSpPr>
        <p:spPr>
          <a:xfrm>
            <a:off x="7132959" y="655218"/>
            <a:ext cx="1228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Support set of </a:t>
            </a:r>
            <a:r>
              <a:rPr lang="en-US" sz="1200" b="1" i="1" dirty="0">
                <a:highlight>
                  <a:srgbClr val="FFFF00"/>
                </a:highlight>
              </a:rPr>
              <a:t>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FE4FF4-03F7-0E55-7239-BE8E59C5E974}"/>
              </a:ext>
            </a:extLst>
          </p:cNvPr>
          <p:cNvSpPr txBox="1"/>
          <p:nvPr/>
        </p:nvSpPr>
        <p:spPr>
          <a:xfrm>
            <a:off x="7162800" y="6047601"/>
            <a:ext cx="1438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-maximal </a:t>
            </a:r>
            <a:r>
              <a:rPr lang="en-US" sz="1200" dirty="0" err="1">
                <a:highlight>
                  <a:srgbClr val="FFFF00"/>
                </a:highlight>
              </a:rPr>
              <a:t>monoms</a:t>
            </a:r>
            <a:endParaRPr lang="en-US" sz="1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7790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sz="2400" b="1" u="sng" dirty="0"/>
              <a:t>Example </a:t>
            </a:r>
            <a:r>
              <a:rPr lang="en-US" sz="2400" b="1" dirty="0"/>
              <a:t>3 – </a:t>
            </a:r>
            <a:r>
              <a:rPr lang="en-US" sz="2000" b="1" dirty="0"/>
              <a:t>Central </a:t>
            </a:r>
            <a:r>
              <a:rPr lang="en-US" sz="2000" b="1" dirty="0" err="1"/>
              <a:t>monoms</a:t>
            </a:r>
            <a:endParaRPr lang="en-US" sz="2000" b="1" dirty="0"/>
          </a:p>
        </p:txBody>
      </p:sp>
      <p:pic>
        <p:nvPicPr>
          <p:cNvPr id="2560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A1E8A3D-38B0-7171-29E8-B1B626CB9B85}"/>
              </a:ext>
            </a:extLst>
          </p:cNvPr>
          <p:cNvSpPr/>
          <p:nvPr/>
        </p:nvSpPr>
        <p:spPr>
          <a:xfrm>
            <a:off x="335045" y="1409162"/>
            <a:ext cx="2749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Correspondence table</a:t>
            </a:r>
            <a:r>
              <a:rPr lang="en-US" dirty="0"/>
              <a:t>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408BF-7BDB-46AA-C435-D60247F12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20" y="1843745"/>
            <a:ext cx="6072415" cy="3895725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6B9B23C9-55C8-3EB2-3949-B6B03A2B2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845134"/>
            <a:ext cx="6072414" cy="8113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87E9C0-AA34-6E73-47F6-49E414098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80" y="1001011"/>
            <a:ext cx="8077200" cy="342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113F1B-7E8D-4FB4-8CF1-839984C40F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171700"/>
            <a:ext cx="2047875" cy="1257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CA21DF-84B5-32C6-8E31-15A4875D70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5800" y="2133600"/>
            <a:ext cx="590550" cy="133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64A958-ECBB-B352-749F-60107088ECA9}"/>
              </a:ext>
            </a:extLst>
          </p:cNvPr>
          <p:cNvSpPr txBox="1"/>
          <p:nvPr/>
        </p:nvSpPr>
        <p:spPr>
          <a:xfrm>
            <a:off x="6834414" y="1869223"/>
            <a:ext cx="1234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Factorizartions</a:t>
            </a:r>
            <a:r>
              <a:rPr lang="en-US" sz="1200" dirty="0"/>
              <a:t>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b="1" u="sng" dirty="0"/>
              <a:t>Example 3</a:t>
            </a:r>
            <a:r>
              <a:rPr lang="en-US" sz="2800" b="1" dirty="0"/>
              <a:t> – simplified forms</a:t>
            </a:r>
            <a:endParaRPr lang="en-US" sz="2600" dirty="0"/>
          </a:p>
        </p:txBody>
      </p:sp>
      <p:pic>
        <p:nvPicPr>
          <p:cNvPr id="2662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7F05B3-B649-DB90-D148-DB4FBE23C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00" y="1158949"/>
            <a:ext cx="8453799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514103-68AD-293E-399F-79452B08B7ED}"/>
              </a:ext>
            </a:extLst>
          </p:cNvPr>
          <p:cNvSpPr txBox="1"/>
          <p:nvPr/>
        </p:nvSpPr>
        <p:spPr>
          <a:xfrm>
            <a:off x="2286000" y="1524000"/>
            <a:ext cx="1771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- central </a:t>
            </a:r>
            <a:r>
              <a:rPr lang="en-US" sz="1600" dirty="0" err="1"/>
              <a:t>monoms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A112C-042D-241D-A6E7-BCE491D3E166}"/>
              </a:ext>
            </a:extLst>
          </p:cNvPr>
          <p:cNvSpPr txBox="1"/>
          <p:nvPr/>
        </p:nvSpPr>
        <p:spPr>
          <a:xfrm>
            <a:off x="7411981" y="1170801"/>
            <a:ext cx="148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- maximal </a:t>
            </a:r>
            <a:r>
              <a:rPr lang="en-US" sz="1200" dirty="0" err="1"/>
              <a:t>monoms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6056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811"/>
            <a:ext cx="7467600" cy="7159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 sz="2800" b="1" u="sng" dirty="0"/>
              <a:t>Moisil’s simplification method</a:t>
            </a:r>
            <a:endParaRPr lang="en-US" sz="2800" b="1" dirty="0"/>
          </a:p>
        </p:txBody>
      </p:sp>
      <p:pic>
        <p:nvPicPr>
          <p:cNvPr id="2765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3C14FB-A8D9-0950-92CE-3F047AD89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905000"/>
            <a:ext cx="7924800" cy="28803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6310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b="1" u="sng" dirty="0"/>
              <a:t>Example 4</a:t>
            </a:r>
            <a:r>
              <a:rPr lang="en-US" sz="2800" dirty="0"/>
              <a:t>. Simplify the Boolean Function</a:t>
            </a:r>
            <a:endParaRPr lang="en-US" sz="2600" b="1" dirty="0"/>
          </a:p>
        </p:txBody>
      </p:sp>
      <p:pic>
        <p:nvPicPr>
          <p:cNvPr id="2867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50F7F2-2368-0557-7194-DB1F34133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9478" y="990600"/>
            <a:ext cx="8094921" cy="480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b="1" u="sng" dirty="0"/>
              <a:t>Example 4</a:t>
            </a:r>
            <a:r>
              <a:rPr lang="en-US" sz="2800" b="1" dirty="0"/>
              <a:t> (contd.)</a:t>
            </a:r>
            <a:endParaRPr lang="en-US" sz="2600" dirty="0"/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01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D85B8-14AA-D962-49D2-DC1DE8013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701675"/>
            <a:ext cx="4800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69D732-5F79-5180-2DF6-956CDBF72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340" y="1371600"/>
            <a:ext cx="7705060" cy="5029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3040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1B1D7-F0E0-BBB3-7E2B-7D25D0E7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4DE1-18AE-98EA-13FC-36250CA1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dirty="0"/>
              <a:t>Example 4 (contd.)</a:t>
            </a:r>
            <a:endParaRPr lang="en-US" sz="2600" dirty="0"/>
          </a:p>
        </p:txBody>
      </p:sp>
      <p:pic>
        <p:nvPicPr>
          <p:cNvPr id="30724" name="Picture 3">
            <a:extLst>
              <a:ext uri="{FF2B5EF4-FFF2-40B4-BE49-F238E27FC236}">
                <a16:creationId xmlns:a16="http://schemas.microsoft.com/office/drawing/2014/main" id="{8148B6F0-886A-5E8D-D2A6-BDFB1CD5B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6352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431D1D-0717-12C2-CED3-4EC4C7831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830006"/>
            <a:ext cx="8267700" cy="3920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75DB63-AFDB-4A02-F1B7-80BD03160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47" y="5220183"/>
            <a:ext cx="4886325" cy="60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4DE352-93F9-72FC-439F-99350AB88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0" y="5544033"/>
            <a:ext cx="2914650" cy="285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CD5CFE-4F38-D78C-FDA0-2F4C865FE4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4788008"/>
            <a:ext cx="2609850" cy="285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69CA33-A45A-442C-5CA8-34D65C2B6A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450" y="4768612"/>
            <a:ext cx="2857500" cy="2952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07929BD-CA3B-CC5B-77BB-8ED1D43F35F0}"/>
                  </a:ext>
                </a:extLst>
              </p14:cNvPr>
              <p14:cNvContentPartPr/>
              <p14:nvPr/>
            </p14:nvContentPartPr>
            <p14:xfrm>
              <a:off x="1212840" y="2146320"/>
              <a:ext cx="6655320" cy="2927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07929BD-CA3B-CC5B-77BB-8ED1D43F35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03480" y="2136960"/>
                <a:ext cx="6674040" cy="294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960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dirty="0"/>
              <a:t>Example 4 (contd.)</a:t>
            </a:r>
            <a:endParaRPr lang="en-US" sz="2600" dirty="0"/>
          </a:p>
        </p:txBody>
      </p:sp>
      <p:pic>
        <p:nvPicPr>
          <p:cNvPr id="3174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D9DAAE5-BFF2-E95E-414A-72F76CBBA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70" y="1500883"/>
            <a:ext cx="7802018" cy="4671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8ED174-CBA7-3C23-FFD6-700D85FAF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492" y="1036598"/>
            <a:ext cx="4247707" cy="34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97a2385d722cea148fbecd8373c0197d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5c71c8b861efdf17f4fa8dee3c817f76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B2632F-C76C-47A0-9046-2F6DE272F972}"/>
</file>

<file path=customXml/itemProps2.xml><?xml version="1.0" encoding="utf-8"?>
<ds:datastoreItem xmlns:ds="http://schemas.openxmlformats.org/officeDocument/2006/customXml" ds:itemID="{D9D5F5EC-1746-4042-A698-09072A41334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F730F96-E738-4BAB-AE35-82E62F5C517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12617</TotalTime>
  <Words>170</Words>
  <Application>Microsoft Office PowerPoint</Application>
  <PresentationFormat>On-screen Show (4:3)</PresentationFormat>
  <Paragraphs>40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Century Schoolbook</vt:lpstr>
      <vt:lpstr>Wingdings</vt:lpstr>
      <vt:lpstr>Wingdings 2</vt:lpstr>
      <vt:lpstr>Oriel</vt:lpstr>
      <vt:lpstr>        Quine-Mc’Clusky’s   and             Moisil’s  simplification methods</vt:lpstr>
      <vt:lpstr>PowerPoint Presentation</vt:lpstr>
      <vt:lpstr>Simplification Algorithm</vt:lpstr>
      <vt:lpstr>Quine’s method</vt:lpstr>
      <vt:lpstr> Quine’s Method –description (I)</vt:lpstr>
      <vt:lpstr>Quine’s Method –description (II)</vt:lpstr>
      <vt:lpstr>Quine’s Method –description (III)</vt:lpstr>
      <vt:lpstr>Example 1. Simplify the Boolean Function</vt:lpstr>
      <vt:lpstr> </vt:lpstr>
      <vt:lpstr> </vt:lpstr>
      <vt:lpstr>Example 2 – Factorization process</vt:lpstr>
      <vt:lpstr>Example 2 (contd.)</vt:lpstr>
      <vt:lpstr>Example 3. Simplify the Boolean Function</vt:lpstr>
      <vt:lpstr> Example 3 - Factorization Process – maximal monoms</vt:lpstr>
      <vt:lpstr>Example 3 – Central monoms</vt:lpstr>
      <vt:lpstr>Example 3 – simplified forms</vt:lpstr>
      <vt:lpstr>Moisil’s simplification method</vt:lpstr>
      <vt:lpstr>Example 4. Simplify the Boolean Function</vt:lpstr>
      <vt:lpstr>Example 4 (contd.)</vt:lpstr>
      <vt:lpstr>Example 4 (contd.)</vt:lpstr>
      <vt:lpstr>Example 4 (contd.)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(predicate) Logic</dc:title>
  <dc:creator>LEN</dc:creator>
  <cp:lastModifiedBy>Mihaela-Ana Lupea</cp:lastModifiedBy>
  <cp:revision>269</cp:revision>
  <dcterms:created xsi:type="dcterms:W3CDTF">2017-10-28T06:03:07Z</dcterms:created>
  <dcterms:modified xsi:type="dcterms:W3CDTF">2025-12-11T07:38:48Z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